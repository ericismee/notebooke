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487c3e4a3844bb" /><Relationship Type="http://schemas.openxmlformats.org/officeDocument/2006/relationships/extended-properties" Target="/docProps/app.xml" Id="Rbc00aa6c599a4e69" /><Relationship Type="http://schemas.openxmlformats.org/officeDocument/2006/relationships/officeDocument" Target="/ppt/presentation.xml" Id="R9db732b2b4d9488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ee80fed30b3c4cc3"/>
  </p:sldMasterIdLst>
  <p:notesMasterIdLst>
    <p:notesMasterId xmlns:r="http://schemas.openxmlformats.org/officeDocument/2006/relationships" r:id="R97e1915a6c904f67"/>
  </p:notesMasterIdLst>
  <p:sldIdLst>
    <p:sldId xmlns:r="http://schemas.openxmlformats.org/officeDocument/2006/relationships" id="256" r:id="Rea531c3606b948ed"/>
    <p:sldId xmlns:r="http://schemas.openxmlformats.org/officeDocument/2006/relationships" id="257" r:id="R90e508e4ca0945c7"/>
    <p:sldId xmlns:r="http://schemas.openxmlformats.org/officeDocument/2006/relationships" id="258" r:id="R0450793fee3c42d4"/>
    <p:sldId xmlns:r="http://schemas.openxmlformats.org/officeDocument/2006/relationships" id="259" r:id="R607eea02000641ea"/>
    <p:sldId xmlns:r="http://schemas.openxmlformats.org/officeDocument/2006/relationships" id="260" r:id="R953a51fa23824179"/>
    <p:sldId xmlns:r="http://schemas.openxmlformats.org/officeDocument/2006/relationships" id="261" r:id="R28f1c733dc5a4bc7"/>
    <p:sldId xmlns:r="http://schemas.openxmlformats.org/officeDocument/2006/relationships" id="262" r:id="Re5cfcb0fb4044568"/>
    <p:sldId xmlns:r="http://schemas.openxmlformats.org/officeDocument/2006/relationships" id="263" r:id="Rb0f934e91d4f4448"/>
    <p:sldId xmlns:r="http://schemas.openxmlformats.org/officeDocument/2006/relationships" id="264" r:id="R104bdfaacc1741b8"/>
    <p:sldId xmlns:r="http://schemas.openxmlformats.org/officeDocument/2006/relationships" id="265" r:id="R9d9bc4ac49bd4fa8"/>
    <p:sldId xmlns:r="http://schemas.openxmlformats.org/officeDocument/2006/relationships" id="266" r:id="Rb873f98999c24431"/>
    <p:sldId xmlns:r="http://schemas.openxmlformats.org/officeDocument/2006/relationships" id="267" r:id="Rf24f2a9768d34e03"/>
    <p:sldId xmlns:r="http://schemas.openxmlformats.org/officeDocument/2006/relationships" id="268" r:id="Rd4c236bd0ab44884"/>
    <p:sldId xmlns:r="http://schemas.openxmlformats.org/officeDocument/2006/relationships" id="269" r:id="Rb449d68c2266475e"/>
    <p:sldId xmlns:r="http://schemas.openxmlformats.org/officeDocument/2006/relationships" id="270" r:id="R4cdbc143e5eb425a"/>
    <p:sldId xmlns:r="http://schemas.openxmlformats.org/officeDocument/2006/relationships" id="271" r:id="R596f4d871f504edd"/>
    <p:sldId xmlns:r="http://schemas.openxmlformats.org/officeDocument/2006/relationships" id="272" r:id="Re56fe70e97414911"/>
    <p:sldId xmlns:r="http://schemas.openxmlformats.org/officeDocument/2006/relationships" id="273" r:id="R7f5dcc5f932e461d"/>
    <p:sldId xmlns:r="http://schemas.openxmlformats.org/officeDocument/2006/relationships" id="274" r:id="Rd6f62bbe78da4930"/>
    <p:sldId xmlns:r="http://schemas.openxmlformats.org/officeDocument/2006/relationships" id="275" r:id="Rc02ae88ed7bb4844"/>
  </p:sldIdLst>
  <p:sldSz cx="18288000" cy="10287000"/>
  <p:notesSz cx="6858000" cy="9144000"/>
  <p:embeddedFontLst>
    <p:embeddedFont>
      <p:font typeface="Poppins"/>
      <p:regular xmlns:r="http://schemas.openxmlformats.org/officeDocument/2006/relationships" r:id="R1961bbe84fb042dc"/>
    </p:embeddedFont>
    <p:embeddedFont>
      <p:font typeface="HK Modular"/>
      <p:regular xmlns:r="http://schemas.openxmlformats.org/officeDocument/2006/relationships" r:id="R69a0c4f486964d2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717dac388334039" /><Relationship Type="http://schemas.openxmlformats.org/officeDocument/2006/relationships/slideMaster" Target="/ppt/slideMasters/slideMaster1.xml" Id="Ree80fed30b3c4cc3" /><Relationship Type="http://schemas.openxmlformats.org/officeDocument/2006/relationships/notesMaster" Target="/ppt/notesMasters/notesMaster1.xml" Id="R97e1915a6c904f67" /><Relationship Type="http://schemas.openxmlformats.org/officeDocument/2006/relationships/presProps" Target="/ppt/presProps.xml" Id="R91971feb33484b85" /><Relationship Type="http://schemas.openxmlformats.org/officeDocument/2006/relationships/viewProps" Target="/ppt/viewProps.xml" Id="Rf9f5a3b8165c4bc0" /><Relationship Type="http://schemas.openxmlformats.org/officeDocument/2006/relationships/tableStyles" Target="/ppt/tableStyles.xml" Id="R5a011f9bd86d4ff7" /><Relationship Type="http://schemas.openxmlformats.org/officeDocument/2006/relationships/font" Target="/ppt/fonts/font.dat" Id="R1961bbe84fb042dc" /><Relationship Type="http://schemas.openxmlformats.org/officeDocument/2006/relationships/font" Target="/ppt/fonts/font2.dat" Id="R69a0c4f486964d2e" /><Relationship Type="http://schemas.openxmlformats.org/officeDocument/2006/relationships/slide" Target="/ppt/slides/slide1.xml" Id="Rea531c3606b948ed" /><Relationship Type="http://schemas.openxmlformats.org/officeDocument/2006/relationships/slide" Target="/ppt/slides/slide2.xml" Id="R90e508e4ca0945c7" /><Relationship Type="http://schemas.openxmlformats.org/officeDocument/2006/relationships/slide" Target="/ppt/slides/slide3.xml" Id="R0450793fee3c42d4" /><Relationship Type="http://schemas.openxmlformats.org/officeDocument/2006/relationships/slide" Target="/ppt/slides/slide4.xml" Id="R607eea02000641ea" /><Relationship Type="http://schemas.openxmlformats.org/officeDocument/2006/relationships/slide" Target="/ppt/slides/slide5.xml" Id="R953a51fa23824179" /><Relationship Type="http://schemas.openxmlformats.org/officeDocument/2006/relationships/slide" Target="/ppt/slides/slide6.xml" Id="R28f1c733dc5a4bc7" /><Relationship Type="http://schemas.openxmlformats.org/officeDocument/2006/relationships/slide" Target="/ppt/slides/slide7.xml" Id="Re5cfcb0fb4044568" /><Relationship Type="http://schemas.openxmlformats.org/officeDocument/2006/relationships/slide" Target="/ppt/slides/slide8.xml" Id="Rb0f934e91d4f4448" /><Relationship Type="http://schemas.openxmlformats.org/officeDocument/2006/relationships/slide" Target="/ppt/slides/slide9.xml" Id="R104bdfaacc1741b8" /><Relationship Type="http://schemas.openxmlformats.org/officeDocument/2006/relationships/slide" Target="/ppt/slides/slide10.xml" Id="R9d9bc4ac49bd4fa8" /><Relationship Type="http://schemas.openxmlformats.org/officeDocument/2006/relationships/slide" Target="/ppt/slides/slide11.xml" Id="Rb873f98999c24431" /><Relationship Type="http://schemas.openxmlformats.org/officeDocument/2006/relationships/slide" Target="/ppt/slides/slide12.xml" Id="Rf24f2a9768d34e03" /><Relationship Type="http://schemas.openxmlformats.org/officeDocument/2006/relationships/slide" Target="/ppt/slides/slide13.xml" Id="Rd4c236bd0ab44884" /><Relationship Type="http://schemas.openxmlformats.org/officeDocument/2006/relationships/slide" Target="/ppt/slides/slide14.xml" Id="Rb449d68c2266475e" /><Relationship Type="http://schemas.openxmlformats.org/officeDocument/2006/relationships/slide" Target="/ppt/slides/slide15.xml" Id="R4cdbc143e5eb425a" /><Relationship Type="http://schemas.openxmlformats.org/officeDocument/2006/relationships/slide" Target="/ppt/slides/slide16.xml" Id="R596f4d871f504edd" /><Relationship Type="http://schemas.openxmlformats.org/officeDocument/2006/relationships/slide" Target="/ppt/slides/slide17.xml" Id="Re56fe70e97414911" /><Relationship Type="http://schemas.openxmlformats.org/officeDocument/2006/relationships/slide" Target="/ppt/slides/slide18.xml" Id="R7f5dcc5f932e461d" /><Relationship Type="http://schemas.openxmlformats.org/officeDocument/2006/relationships/slide" Target="/ppt/slides/slide19.xml" Id="Rd6f62bbe78da4930" /><Relationship Type="http://schemas.openxmlformats.org/officeDocument/2006/relationships/slide" Target="/ppt/slides/slide20.xml" Id="Rc02ae88ed7bb48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9355205a5146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1817151d8c403d" /><Relationship Type="http://schemas.openxmlformats.org/officeDocument/2006/relationships/notesMaster" Target="/ppt/notesMasters/notesMaster1.xml" Id="R23062c5a32eb47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1bd90aa5374cf5" /><Relationship Type="http://schemas.openxmlformats.org/officeDocument/2006/relationships/notesMaster" Target="/ppt/notesMasters/notesMaster1.xml" Id="R9d14ba63fcf64b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d6bcf929844fbc" /><Relationship Type="http://schemas.openxmlformats.org/officeDocument/2006/relationships/notesMaster" Target="/ppt/notesMasters/notesMaster1.xml" Id="Re8c99679bbff42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d7439343784c83" /><Relationship Type="http://schemas.openxmlformats.org/officeDocument/2006/relationships/notesMaster" Target="/ppt/notesMasters/notesMaster1.xml" Id="Rc8f97f18b40646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14693de1f34d47" /><Relationship Type="http://schemas.openxmlformats.org/officeDocument/2006/relationships/notesMaster" Target="/ppt/notesMasters/notesMaster1.xml" Id="Rda861a2230964f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79db26a3ce42de" /><Relationship Type="http://schemas.openxmlformats.org/officeDocument/2006/relationships/notesMaster" Target="/ppt/notesMasters/notesMaster1.xml" Id="R0c5be229e53d4f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6e7fdd5cb84bc9" /><Relationship Type="http://schemas.openxmlformats.org/officeDocument/2006/relationships/notesMaster" Target="/ppt/notesMasters/notesMaster1.xml" Id="Rc4cbe048b8d340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f6c73761f14141" /><Relationship Type="http://schemas.openxmlformats.org/officeDocument/2006/relationships/notesMaster" Target="/ppt/notesMasters/notesMaster1.xml" Id="R5cbe402f5f534f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1ecd12cbe54991" /><Relationship Type="http://schemas.openxmlformats.org/officeDocument/2006/relationships/notesMaster" Target="/ppt/notesMasters/notesMaster1.xml" Id="R30badbcb8efa49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74cfae9f6849e5" /><Relationship Type="http://schemas.openxmlformats.org/officeDocument/2006/relationships/notesMaster" Target="/ppt/notesMasters/notesMaster1.xml" Id="R6f8c9b4cab214e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902f3247814b31" /><Relationship Type="http://schemas.openxmlformats.org/officeDocument/2006/relationships/notesMaster" Target="/ppt/notesMasters/notesMaster1.xml" Id="Re6829b7a987e41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6fae52e8b834e80" /><Relationship Type="http://schemas.openxmlformats.org/officeDocument/2006/relationships/notesMaster" Target="/ppt/notesMasters/notesMaster1.xml" Id="R9c1a30f0e837480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11ac9519ca746d0" /><Relationship Type="http://schemas.openxmlformats.org/officeDocument/2006/relationships/notesMaster" Target="/ppt/notesMasters/notesMaster1.xml" Id="R55ca2c5bfadb4b8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f36ed78a8d24281" /><Relationship Type="http://schemas.openxmlformats.org/officeDocument/2006/relationships/notesMaster" Target="/ppt/notesMasters/notesMaster1.xml" Id="R4636dccd27a0497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a8a351654784efa" /><Relationship Type="http://schemas.openxmlformats.org/officeDocument/2006/relationships/notesMaster" Target="/ppt/notesMasters/notesMaster1.xml" Id="R7a794bec386d474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459fe89200a46d1" /><Relationship Type="http://schemas.openxmlformats.org/officeDocument/2006/relationships/notesMaster" Target="/ppt/notesMasters/notesMaster1.xml" Id="Rfacf4fc1b89d4f4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9fe502861604913" /><Relationship Type="http://schemas.openxmlformats.org/officeDocument/2006/relationships/notesMaster" Target="/ppt/notesMasters/notesMaster1.xml" Id="Rbc6a5c41eb0748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06beb3d2dbd43f6" /><Relationship Type="http://schemas.openxmlformats.org/officeDocument/2006/relationships/notesMaster" Target="/ppt/notesMasters/notesMaster1.xml" Id="R833cad63b22b4f0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b30c545dbca4902" /><Relationship Type="http://schemas.openxmlformats.org/officeDocument/2006/relationships/notesMaster" Target="/ppt/notesMasters/notesMaster1.xml" Id="R78d0d7963dc5404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a18ce12e9024716" /><Relationship Type="http://schemas.openxmlformats.org/officeDocument/2006/relationships/notesMaster" Target="/ppt/notesMasters/notesMaster1.xml" Id="R9f2502ea244e44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Mẫu gốc Canva EAG55MKxPGw, bản sao DAHWsPzyk1E. Phân tích bám 9 PDF tại pdf/ và mã nguồn NotebookE.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VISION.md; AGENTS.md; docs/7-DEVELOPMENT/architecture.md</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pdf/YeuCauNguoiSuDung.pdf; VISION.md; chức năng API/UI</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pdf/MoHinhHoaYeuCau.pdf; pdf/YeuCauNguoiSuDung.pdf; api/routers</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pdf/MoHinhHoaYeuCau.pdf; api/routers</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pdf/MoHinhHoaYeuCau.pdf; notebooke/graphs/ask.py; api/routers/search.py</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pdf/DFD.pdf; api/routers</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pdf/DFD.pdf; api/routers; migrations</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pdf/DFD.pdf; api/routers/sources.py; commands</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pdf/DFD.pdf; notebooke/graphs/ask.py; api/routers/search.py</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pdf/MoHinhHoaYeuCau_TT.pdf; commands; api/routers/sources.py</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pdf/MoHinhHoaYeuCau_TT.pdf; notebooke/graphs/ask.py; api/routers/search.py</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pdf/OOAD_KhaiNiemCoBan.pdf; pdf/PhanTichHuongDoiTuongP1.pdf; notebooke/domain</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pdf/PhanTichHuongDoiTuongP1.pdf; notebooke/domain/notebook.py; migrations</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pdf/PhanTichHuongDoiTuongP2.pdf; api/routers/sources.py; surreal-commands</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pdf/ThietKeDuLieuLuuTru.pdf; migrations; notebooke/database</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pdf/ThietKeDuLieuLuuTru.pdf; migrations; notebooke/domain</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pdf/ThietKeGiaoDien.pdf; frontend/src; docs/assets</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docs/assets/notebooke-workspace.png; docs/assets/notebooke-ask-search.png; pdf/ThietKeGiaoDien.pdf</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pdf/*.pdf; VISION.md; api/routers; notebooke/domain; frontend/src</a:t>
            </a:r>
          </a:p>
          <a:p xmlns:a="http://schemas.openxmlformats.org/drawingml/2006/main">
            <a:r>
              <a:t>Mẫu Canva EAG55MKxPGw. Nội dung được rút gọn từ tài liệu học phần và mã nguồn NotebookE. Nhu cầu là suy luận từ dự án, chưa phải kết quả phỏng vấn.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54b0d4ca7c4b8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d6888e2d16040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39c4bc6d1d24f8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78bc5b7a7243c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e7baa653254489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5fda3c9c50342c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cb832a524954fc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f3e81ecc69c43d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a9a93e3eefb43f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19b105af0d3430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cb97db6496e497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E177B6-F47B-44F4-9CEB-2C75D303C225}"/>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2BFAAC23-A24C-45B7-869D-E9897BB9BF5A}"/>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C28A266B-CE01-4F4A-A98F-EB59CC1E2D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CB030E94-2755-4553-9A51-A388A44AAB5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9FE45C8-CE9E-4992-B4B3-E9462BEFD9F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D91D0F4-53AA-4D40-A326-C0275BFC16D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A2E2CC4-08B5-4B33-B50D-69BE732B309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52181C1-C4B6-49D3-8D06-B235D087E07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4F5F6829-F1FB-40E9-927F-86149C79AA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65B0770-9C5D-45D0-92A8-B0F8906976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33153B0-845B-41D5-A1F6-B719FA777471}"/>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8CC2F1A5-1E7F-406E-A6F0-50DA1A686541}"/>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8ED6E9EA-1A7E-4BC1-A1B7-8143B7B19A0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93DF975D-D08C-46F3-9090-9C5F08F082D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E8D6F5E-8490-415C-B132-FF866F369B4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865D00A-44A3-4A88-9B99-420FF0BC54D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C1166E6-1437-4FF3-A764-BAAD625DF69C}"/>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8934749-3979-4370-B32E-B64DF09DFBD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FB0DBCAA-A63C-4E46-ABFB-3819AFCACCC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BF95D3FB-1E49-4C7C-AD9C-ABA15798D8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0B9033B-7863-4305-9A5A-A80736D077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2BE1F53-65F7-4E97-A74A-DB551C77D1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8F660AD1-C57E-4C03-A9BD-F49925CE9598}"/>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DF6CEE0A-4B72-4E93-89E2-240BEA569B2D}"/>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C76801B7-DEFD-4F97-B644-DB4663D31FFA}"/>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70B76CB6-C42C-4615-869A-B33D537F1E88}"/>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F84702-F428-4E15-B04E-74B63EB033E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74FFF6E1-0AE5-4D8D-A68E-660C363C90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55CE24B2-0596-45CC-B2F2-32AD060F5E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A86011F-88C4-4227-B3AF-47B2894997C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23959F3B-C2E7-41A8-935D-7863E1E9ABC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5A2BB20D-6A60-4570-9C48-1E479DA92E1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50776C2-E9C6-4253-912F-EE2A92DAD7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9B8A28BF-CBCF-487F-BE98-3C471232E7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C16588E8-D16A-49A0-9BB9-C6CCFA4588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E1C6B04B-D9FC-4E03-A62F-133E58489D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DD6613A-5F8E-4ED1-8FFD-50005987E001}"/>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F5174BF-AAC5-4883-B05B-3E4980FE85A9}"/>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5EF48F9-1E7B-43D4-B550-E9FE1170A4FD}"/>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CBEEF2F-531B-4FC7-ADE3-261DA7A4678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293D96D6-4A65-4837-AFDA-CCD09E567E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536A363-4CEE-413F-B61C-8BDA003C3F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32C22ED-3E6D-4635-AA6B-2F9C778F9EC8}"/>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748B3D62-0D40-4D07-B0DD-833CDA66518E}"/>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6CC7CC44-FC87-4847-8ABE-66A92B266E57}"/>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7933489-E843-4ACC-A6D9-A3F90002CD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E64C4854-B059-4838-9814-F6158CE0F9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6890EA4-0DD7-44BE-A623-E78BC8F3D6C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AC4F4EA-C8B5-4010-88A7-8FA261322FD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8F250362-BE58-480F-BABD-A27A8A77E96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30CC7B0-E645-4A69-B6E5-0BB4A01C94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6331DCDF-5CE7-4A31-8923-1598B1EBE2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445754A-6DC8-44C6-921B-07C8A7708A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FC80E1A-204F-4A7D-927E-37AC9DC69AB8}"/>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4DD9F7E-7ACC-4E68-A2CA-0A1C756CE4CC}"/>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685FA22-6721-4D6E-B32A-4DF78AA643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C6B8011D-F412-4AAC-8675-1B020220D2F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49534B3-D3C9-4E72-9D62-875E371BBD6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4b1c6ea17a4484" /><Relationship Type="http://schemas.openxmlformats.org/officeDocument/2006/relationships/slideLayout" Target="/ppt/slideLayouts/slideLayout1.xml" Id="R44d897118d9e4f62" /><Relationship Type="http://schemas.openxmlformats.org/officeDocument/2006/relationships/slideLayout" Target="/ppt/slideLayouts/slideLayout2.xml" Id="R905fb437427a442c" /><Relationship Type="http://schemas.openxmlformats.org/officeDocument/2006/relationships/slideLayout" Target="/ppt/slideLayouts/slideLayout3.xml" Id="R35e50d319e78452b" /><Relationship Type="http://schemas.openxmlformats.org/officeDocument/2006/relationships/slideLayout" Target="/ppt/slideLayouts/slideLayout4.xml" Id="R1c357a9e365b4906" /><Relationship Type="http://schemas.openxmlformats.org/officeDocument/2006/relationships/slideLayout" Target="/ppt/slideLayouts/slideLayout5.xml" Id="Rd9638287b6f3407d" /><Relationship Type="http://schemas.openxmlformats.org/officeDocument/2006/relationships/slideLayout" Target="/ppt/slideLayouts/slideLayout6.xml" Id="R2da97780513743e0" /><Relationship Type="http://schemas.openxmlformats.org/officeDocument/2006/relationships/slideLayout" Target="/ppt/slideLayouts/slideLayout7.xml" Id="R9237a50751764c25" /><Relationship Type="http://schemas.openxmlformats.org/officeDocument/2006/relationships/slideLayout" Target="/ppt/slideLayouts/slideLayout8.xml" Id="Ra44ff5cd8fec4860" /><Relationship Type="http://schemas.openxmlformats.org/officeDocument/2006/relationships/slideLayout" Target="/ppt/slideLayouts/slideLayout9.xml" Id="Rb1912ce816fe404b" /><Relationship Type="http://schemas.openxmlformats.org/officeDocument/2006/relationships/slideLayout" Target="/ppt/slideLayouts/slideLayout10.xml" Id="R85587eb302d94f95" /><Relationship Type="http://schemas.openxmlformats.org/officeDocument/2006/relationships/slideLayout" Target="/ppt/slideLayouts/slideLayout11.xml" Id="R9db2763f098547a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3B3DF13-45DA-4B3B-95E6-16BF487ABA36}"/>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AAD39CA-5275-4140-BAC9-B28D56554E9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44FF12B-3860-44AB-8870-79C895A68B86}"/>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A2966125-1646-4A36-A9D6-C1A305A089AA}"/>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F1198A-2997-4F40-A7D1-449FCFBEF70A}"/>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d897118d9e4f62"/>
    <p:sldLayoutId xmlns:r="http://schemas.openxmlformats.org/officeDocument/2006/relationships" id="2147483650" r:id="R905fb437427a442c"/>
    <p:sldLayoutId xmlns:r="http://schemas.openxmlformats.org/officeDocument/2006/relationships" id="2147483651" r:id="R35e50d319e78452b"/>
    <p:sldLayoutId xmlns:r="http://schemas.openxmlformats.org/officeDocument/2006/relationships" id="2147483652" r:id="R1c357a9e365b4906"/>
    <p:sldLayoutId xmlns:r="http://schemas.openxmlformats.org/officeDocument/2006/relationships" id="2147483653" r:id="Rd9638287b6f3407d"/>
    <p:sldLayoutId xmlns:r="http://schemas.openxmlformats.org/officeDocument/2006/relationships" id="2147483654" r:id="R2da97780513743e0"/>
    <p:sldLayoutId xmlns:r="http://schemas.openxmlformats.org/officeDocument/2006/relationships" id="2147483655" r:id="R9237a50751764c25"/>
    <p:sldLayoutId xmlns:r="http://schemas.openxmlformats.org/officeDocument/2006/relationships" id="2147483656" r:id="Ra44ff5cd8fec4860"/>
    <p:sldLayoutId xmlns:r="http://schemas.openxmlformats.org/officeDocument/2006/relationships" id="2147483657" r:id="Rb1912ce816fe404b"/>
    <p:sldLayoutId xmlns:r="http://schemas.openxmlformats.org/officeDocument/2006/relationships" id="2147483658" r:id="R85587eb302d94f95"/>
    <p:sldLayoutId xmlns:r="http://schemas.openxmlformats.org/officeDocument/2006/relationships" id="2147483659" r:id="R9db2763f098547af"/>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8db346ae39074bb0" /><Relationship Type="http://schemas.openxmlformats.org/officeDocument/2006/relationships/notesSlide" Target="/ppt/notesSlides/notesSlide1.xml" Id="Raa9cc528a0a046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cff16d2e28324242" /><Relationship Type="http://schemas.openxmlformats.org/officeDocument/2006/relationships/notesSlide" Target="/ppt/notesSlides/notesSlide2.xml" Id="R0a388b01655b4d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e61d326573164235" /><Relationship Type="http://schemas.openxmlformats.org/officeDocument/2006/relationships/notesSlide" Target="/ppt/notesSlides/notesSlide3.xml" Id="R3c66d66f6efb4a37"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ced278060ce84acf" /><Relationship Type="http://schemas.openxmlformats.org/officeDocument/2006/relationships/notesSlide" Target="/ppt/notesSlides/notesSlide4.xml" Id="R4ae80f8cb84d4f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31d1def9673147ec" /><Relationship Type="http://schemas.openxmlformats.org/officeDocument/2006/relationships/notesSlide" Target="/ppt/notesSlides/notesSlide5.xml" Id="R28abe4a80d0946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a9a8bfa7027344c5" /><Relationship Type="http://schemas.openxmlformats.org/officeDocument/2006/relationships/notesSlide" Target="/ppt/notesSlides/notesSlide6.xml" Id="R675b09796eca4c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90dd6a50a96645fe" /><Relationship Type="http://schemas.openxmlformats.org/officeDocument/2006/relationships/notesSlide" Target="/ppt/notesSlides/notesSlide7.xml" Id="R08a48fc2e38244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1b00c8909a444549" /><Relationship Type="http://schemas.openxmlformats.org/officeDocument/2006/relationships/notesSlide" Target="/ppt/notesSlides/notesSlide8.xml" Id="R010f38bede1745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b5657699e1bc41c0" /><Relationship Type="http://schemas.openxmlformats.org/officeDocument/2006/relationships/notesSlide" Target="/ppt/notesSlides/notesSlide9.xml" Id="R165a73164e4d47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98fc742135794ea1" /><Relationship Type="http://schemas.openxmlformats.org/officeDocument/2006/relationships/notesSlide" Target="/ppt/notesSlides/notesSlide10.xml" Id="Rfbb131a659f546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7a3c5141035046a9" /><Relationship Type="http://schemas.openxmlformats.org/officeDocument/2006/relationships/notesSlide" Target="/ppt/notesSlides/notesSlide11.xml" Id="Rcd084a643c11454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db7bdfa7b1c24232" /><Relationship Type="http://schemas.openxmlformats.org/officeDocument/2006/relationships/notesSlide" Target="/ppt/notesSlides/notesSlide12.xml" Id="Rdd1030dad46341a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d34f5f8a3fe84f68" /><Relationship Type="http://schemas.openxmlformats.org/officeDocument/2006/relationships/notesSlide" Target="/ppt/notesSlides/notesSlide13.xml" Id="Re3b6a02f5fb84db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5cb73bfc17d64bac" /><Relationship Type="http://schemas.openxmlformats.org/officeDocument/2006/relationships/notesSlide" Target="/ppt/notesSlides/notesSlide14.xml" Id="R3272d575fb034a1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f55198a276d44fac" /><Relationship Type="http://schemas.openxmlformats.org/officeDocument/2006/relationships/notesSlide" Target="/ppt/notesSlides/notesSlide15.xml" Id="Rcaa34a4dadb24c4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699017d00de3407a" /><Relationship Type="http://schemas.openxmlformats.org/officeDocument/2006/relationships/notesSlide" Target="/ppt/notesSlides/notesSlide16.xml" Id="R72f6cefe423b427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1f0926b3e40b4065" /><Relationship Type="http://schemas.openxmlformats.org/officeDocument/2006/relationships/notesSlide" Target="/ppt/notesSlides/notesSlide17.xml" Id="Rc0a3ae174f1d434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0eab2fd2d5e14c10" /><Relationship Type="http://schemas.openxmlformats.org/officeDocument/2006/relationships/notesSlide" Target="/ppt/notesSlides/notesSlide18.xml" Id="R8cfbcfa90a314bd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15f50e91908f4b89" /><Relationship Type="http://schemas.openxmlformats.org/officeDocument/2006/relationships/image" Target="/ppt/media/image.jpeg" Id="Rfc57f7b6cbaa424c" /><Relationship Type="http://schemas.openxmlformats.org/officeDocument/2006/relationships/image" Target="/ppt/media/image2.jpeg" Id="R0feaf3b3159d40d5" /><Relationship Type="http://schemas.openxmlformats.org/officeDocument/2006/relationships/notesSlide" Target="/ppt/notesSlides/notesSlide19.xml" Id="Rd8c6a1306bb443b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66fbee594c6d43a7" /><Relationship Type="http://schemas.openxmlformats.org/officeDocument/2006/relationships/notesSlide" Target="/ppt/notesSlides/notesSlide20.xml" Id="R441f699e08644b4a" /></Relationships>
</file>

<file path=ppt/slides/slide1.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520B41C4-C7A1-49B4-8FA8-D1FF70965A02}"/>
              </a:ext>
            </a:extLst>
          </p:cNvPr>
          <p:cNvSpPr>
            <a:spLocks xmlns:a="http://schemas.openxmlformats.org/drawingml/2006/main" noGrp="1"/>
          </p:cNvSpPr>
          <p:nvPr/>
        </p:nvSpPr>
        <p:spPr>
          <a:xfrm xmlns:a="http://schemas.openxmlformats.org/drawingml/2006/main" rot="0" flipH="0" flipV="0">
            <a:off x="1028700" y="1028700"/>
            <a:ext cx="945958" cy="812932"/>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163F2342-986B-41C2-AD5F-BDB167AA5423}"/>
              </a:ext>
            </a:extLst>
          </p:cNvPr>
          <p:cNvSpPr>
            <a:spLocks xmlns:a="http://schemas.openxmlformats.org/drawingml/2006/main" noGrp="1"/>
          </p:cNvSpPr>
          <p:nvPr/>
        </p:nvSpPr>
        <p:spPr>
          <a:xfrm xmlns:a="http://schemas.openxmlformats.org/drawingml/2006/main" rot="0" flipH="0" flipV="0">
            <a:off x="1161725" y="951102"/>
            <a:ext cx="679907" cy="89053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F947871F-7431-4F35-8898-2BF82E89779C}"/>
              </a:ext>
            </a:extLst>
          </p:cNvPr>
          <p:cNvSpPr>
            <a:spLocks xmlns:a="http://schemas.openxmlformats.org/drawingml/2006/main" noGrp="1"/>
          </p:cNvSpPr>
          <p:nvPr/>
        </p:nvSpPr>
        <p:spPr>
          <a:xfrm xmlns:a="http://schemas.openxmlformats.org/drawingml/2006/main" rot="0" flipH="0" flipV="0">
            <a:off x="6243364" y="-298582"/>
            <a:ext cx="3436389" cy="2953147"/>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5058EEF0-D3B4-4099-85D5-233ED9C059FB}"/>
              </a:ext>
            </a:extLst>
          </p:cNvPr>
          <p:cNvSpPr>
            <a:spLocks xmlns:a="http://schemas.openxmlformats.org/drawingml/2006/main" noGrp="1"/>
          </p:cNvSpPr>
          <p:nvPr/>
        </p:nvSpPr>
        <p:spPr>
          <a:xfrm xmlns:a="http://schemas.openxmlformats.org/drawingml/2006/main" rot="0" flipH="0" flipV="0">
            <a:off x="6726606" y="-580473"/>
            <a:ext cx="2469904" cy="323503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B0ABBB01-7934-4527-A506-F5FCB874F631}"/>
              </a:ext>
            </a:extLst>
          </p:cNvPr>
          <p:cNvSpPr>
            <a:spLocks xmlns:a="http://schemas.openxmlformats.org/drawingml/2006/main" noGrp="1"/>
          </p:cNvSpPr>
          <p:nvPr/>
        </p:nvSpPr>
        <p:spPr>
          <a:xfrm xmlns:a="http://schemas.openxmlformats.org/drawingml/2006/main" rot="0" flipH="0" flipV="0">
            <a:off x="14177739" y="1028700"/>
            <a:ext cx="3081561" cy="2648217"/>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E2D00F7E-3650-4939-A8D2-5FC229D33B01}"/>
              </a:ext>
            </a:extLst>
          </p:cNvPr>
          <p:cNvSpPr>
            <a:spLocks xmlns:a="http://schemas.openxmlformats.org/drawingml/2006/main" noGrp="1"/>
          </p:cNvSpPr>
          <p:nvPr/>
        </p:nvSpPr>
        <p:spPr>
          <a:xfrm xmlns:a="http://schemas.openxmlformats.org/drawingml/2006/main" rot="0" flipH="0" flipV="0">
            <a:off x="14611083" y="775916"/>
            <a:ext cx="2214871" cy="2901001"/>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2" name="Freeform 12">
            <a:extLst xmlns:a="http://schemas.openxmlformats.org/drawingml/2006/main">
              <a:ext uri="{FF2B5EF4-FFF2-40B4-BE49-F238E27FC236}">
                <a16:creationId xmlns:a16="http://schemas.microsoft.com/office/drawing/2014/main" id="{BBABC687-4B00-4B27-A636-19B8F5B4CD35}"/>
              </a:ext>
            </a:extLst>
          </p:cNvPr>
          <p:cNvSpPr>
            <a:spLocks xmlns:a="http://schemas.openxmlformats.org/drawingml/2006/main" noGrp="1"/>
          </p:cNvSpPr>
          <p:nvPr/>
        </p:nvSpPr>
        <p:spPr>
          <a:xfrm xmlns:a="http://schemas.openxmlformats.org/drawingml/2006/main" rot="0" flipH="0" flipV="0">
            <a:off x="11202300" y="8101552"/>
            <a:ext cx="1346034" cy="1156748"/>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3" name="TextBox 13">
            <a:extLst xmlns:a="http://schemas.openxmlformats.org/drawingml/2006/main">
              <a:ext uri="{FF2B5EF4-FFF2-40B4-BE49-F238E27FC236}">
                <a16:creationId xmlns:a16="http://schemas.microsoft.com/office/drawing/2014/main" id="{2160A8DA-0606-41FE-B719-E932F4765426}"/>
              </a:ext>
            </a:extLst>
          </p:cNvPr>
          <p:cNvSpPr>
            <a:spLocks xmlns:a="http://schemas.openxmlformats.org/drawingml/2006/main" noGrp="1"/>
          </p:cNvSpPr>
          <p:nvPr/>
        </p:nvSpPr>
        <p:spPr>
          <a:xfrm xmlns:a="http://schemas.openxmlformats.org/drawingml/2006/main" rot="0" flipH="0" flipV="0">
            <a:off x="11391586" y="7991136"/>
            <a:ext cx="967461" cy="1267164"/>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5" name="Freeform 15">
            <a:extLst xmlns:a="http://schemas.openxmlformats.org/drawingml/2006/main">
              <a:ext uri="{FF2B5EF4-FFF2-40B4-BE49-F238E27FC236}">
                <a16:creationId xmlns:a16="http://schemas.microsoft.com/office/drawing/2014/main" id="{1FE203FB-F183-4797-A349-F947AC8FA5E3}"/>
              </a:ext>
            </a:extLst>
          </p:cNvPr>
          <p:cNvSpPr>
            <a:spLocks xmlns:a="http://schemas.openxmlformats.org/drawingml/2006/main" noGrp="1"/>
          </p:cNvSpPr>
          <p:nvPr/>
        </p:nvSpPr>
        <p:spPr>
          <a:xfrm xmlns:a="http://schemas.openxmlformats.org/drawingml/2006/main" rot="0" flipH="0" flipV="0">
            <a:off x="13226805" y="5143500"/>
            <a:ext cx="6884193" cy="591610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16" name="TextBox 16">
            <a:extLst xmlns:a="http://schemas.openxmlformats.org/drawingml/2006/main">
              <a:ext uri="{FF2B5EF4-FFF2-40B4-BE49-F238E27FC236}">
                <a16:creationId xmlns:a16="http://schemas.microsoft.com/office/drawing/2014/main" id="{DB6F9E97-9BE4-4314-B9D7-AFCBE0ACF696}"/>
              </a:ext>
            </a:extLst>
          </p:cNvPr>
          <p:cNvSpPr>
            <a:spLocks xmlns:a="http://schemas.openxmlformats.org/drawingml/2006/main" noGrp="1"/>
          </p:cNvSpPr>
          <p:nvPr/>
        </p:nvSpPr>
        <p:spPr>
          <a:xfrm xmlns:a="http://schemas.openxmlformats.org/drawingml/2006/main" rot="0" flipH="0" flipV="0">
            <a:off x="14194894" y="4578781"/>
            <a:ext cx="4948013" cy="648082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7" name="NOTEBOOKE">
            <a:extLst xmlns:a="http://schemas.openxmlformats.org/drawingml/2006/main">
              <a:ext uri="{FF2B5EF4-FFF2-40B4-BE49-F238E27FC236}">
                <a16:creationId xmlns:a16="http://schemas.microsoft.com/office/drawing/2014/main" id="{9A66D461-7F28-41B8-B559-59EEAAD007C6}"/>
              </a:ext>
            </a:extLst>
          </p:cNvPr>
          <p:cNvSpPr>
            <a:spLocks xmlns:a="http://schemas.openxmlformats.org/drawingml/2006/main" noGrp="1"/>
          </p:cNvSpPr>
          <p:nvPr/>
        </p:nvSpPr>
        <p:spPr>
          <a:xfrm xmlns:a="http://schemas.openxmlformats.org/drawingml/2006/main">
            <a:off x="2247900" y="102870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00" b="1">
                <a:solidFill>
                  <a:srgbClr val="0B1D38"/>
                </a:solidFill>
                <a:latin typeface="Arial"/>
                <a:ea typeface="Arial"/>
                <a:cs typeface="Arial"/>
              </a:defRPr>
            </a:pPr>
            <a:r>
              <a:rPr sz="3600" b="1">
                <a:solidFill>
                  <a:srgbClr val="0B1D38"/>
                </a:solidFill>
                <a:latin typeface="Arial"/>
                <a:ea typeface="Arial"/>
                <a:cs typeface="Arial"/>
              </a:rPr>
              <a:t>NOTEBOOKE</a:t>
            </a:r>
          </a:p>
        </p:txBody>
      </p:sp>
      <p:sp>
        <p:nvSpPr>
          <p:cNvPr id="18" name="Phân tích &amp;&#10;thiết kế hệ thống">
            <a:extLst xmlns:a="http://schemas.openxmlformats.org/drawingml/2006/main">
              <a:ext uri="{FF2B5EF4-FFF2-40B4-BE49-F238E27FC236}">
                <a16:creationId xmlns:a16="http://schemas.microsoft.com/office/drawing/2014/main" id="{A7361B7E-2772-48B4-ABE5-BE12A00554D6}"/>
              </a:ext>
            </a:extLst>
          </p:cNvPr>
          <p:cNvSpPr>
            <a:spLocks xmlns:a="http://schemas.openxmlformats.org/drawingml/2006/main" noGrp="1"/>
          </p:cNvSpPr>
          <p:nvPr/>
        </p:nvSpPr>
        <p:spPr>
          <a:xfrm xmlns:a="http://schemas.openxmlformats.org/drawingml/2006/main">
            <a:off x="1028700" y="3190875"/>
            <a:ext cx="11430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150" b="1">
                <a:solidFill>
                  <a:srgbClr val="0B1D38"/>
                </a:solidFill>
                <a:latin typeface="Arial"/>
                <a:ea typeface="Arial"/>
                <a:cs typeface="Arial"/>
              </a:defRPr>
            </a:pPr>
            <a:r>
              <a:rPr sz="6150" b="1">
                <a:solidFill>
                  <a:srgbClr val="0B1D38"/>
                </a:solidFill>
                <a:latin typeface="Arial"/>
                <a:ea typeface="Arial"/>
                <a:cs typeface="Arial"/>
              </a:rPr>
              <a:t>Phân tích &amp;</a:t>
            </a:r>
          </a:p>
          <a:p xmlns:a="http://schemas.openxmlformats.org/drawingml/2006/main">
            <a:pPr algn="l">
              <a:defRPr sz="6150" b="1">
                <a:solidFill>
                  <a:srgbClr val="0B1D38"/>
                </a:solidFill>
                <a:latin typeface="Arial"/>
                <a:ea typeface="Arial"/>
                <a:cs typeface="Arial"/>
              </a:defRPr>
            </a:pPr>
            <a:r>
              <a:rPr sz="6150" b="1">
                <a:solidFill>
                  <a:srgbClr val="0B1D38"/>
                </a:solidFill>
                <a:latin typeface="Arial"/>
                <a:ea typeface="Arial"/>
                <a:cs typeface="Arial"/>
              </a:rPr>
              <a:t>thiết kế hệ thống</a:t>
            </a:r>
          </a:p>
        </p:txBody>
      </p:sp>
      <p:sp>
        <p:nvSpPr>
          <p:cNvPr id="19" name="Trợ lý nghiên cứu AI • Tự lưu trữ • Đa nhà cung cấp">
            <a:extLst xmlns:a="http://schemas.openxmlformats.org/drawingml/2006/main">
              <a:ext uri="{FF2B5EF4-FFF2-40B4-BE49-F238E27FC236}">
                <a16:creationId xmlns:a16="http://schemas.microsoft.com/office/drawing/2014/main" id="{3C43BF96-8B49-4559-9CEC-A73811C1ED5F}"/>
              </a:ext>
            </a:extLst>
          </p:cNvPr>
          <p:cNvSpPr>
            <a:spLocks xmlns:a="http://schemas.openxmlformats.org/drawingml/2006/main" noGrp="1"/>
          </p:cNvSpPr>
          <p:nvPr/>
        </p:nvSpPr>
        <p:spPr>
          <a:xfrm xmlns:a="http://schemas.openxmlformats.org/drawingml/2006/main">
            <a:off x="1028700" y="59055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850" b="0">
                <a:solidFill>
                  <a:srgbClr val="0B1D38"/>
                </a:solidFill>
                <a:latin typeface="Arial"/>
                <a:ea typeface="Arial"/>
                <a:cs typeface="Arial"/>
              </a:defRPr>
            </a:pPr>
            <a:r>
              <a:rPr sz="2850" b="0">
                <a:solidFill>
                  <a:srgbClr val="0B1D38"/>
                </a:solidFill>
                <a:latin typeface="Arial"/>
                <a:ea typeface="Arial"/>
                <a:cs typeface="Arial"/>
              </a:rPr>
              <a:t>Trợ lý nghiên cứu AI • Tự lưu trữ • Đa nhà cung cấp</a:t>
            </a:r>
          </a:p>
        </p:txBody>
      </p:sp>
      <p:sp>
        <p:nvSpPr>
          <p:cNvPr id="20" name="Yêu cầu người dùng  /  Mô hình hóa yêu cầu  /  DFD&#10;Hướng đối tượn">
            <a:extLst xmlns:a="http://schemas.openxmlformats.org/drawingml/2006/main">
              <a:ext uri="{FF2B5EF4-FFF2-40B4-BE49-F238E27FC236}">
                <a16:creationId xmlns:a16="http://schemas.microsoft.com/office/drawing/2014/main" id="{255ADEDC-C730-4A87-8030-800ACAEB8BE3}"/>
              </a:ext>
            </a:extLst>
          </p:cNvPr>
          <p:cNvSpPr>
            <a:spLocks xmlns:a="http://schemas.openxmlformats.org/drawingml/2006/main" noGrp="1"/>
          </p:cNvSpPr>
          <p:nvPr/>
        </p:nvSpPr>
        <p:spPr>
          <a:xfrm xmlns:a="http://schemas.openxmlformats.org/drawingml/2006/main">
            <a:off x="1028700" y="7858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58657D"/>
                </a:solidFill>
                <a:latin typeface="Arial"/>
                <a:ea typeface="Arial"/>
                <a:cs typeface="Arial"/>
              </a:defRPr>
            </a:pPr>
            <a:r>
              <a:rPr sz="2175" b="0">
                <a:solidFill>
                  <a:srgbClr val="58657D"/>
                </a:solidFill>
                <a:latin typeface="Arial"/>
                <a:ea typeface="Arial"/>
                <a:cs typeface="Arial"/>
              </a:rPr>
              <a:t>Yêu cầu người dùng  /  Mô hình hóa yêu cầu  /  DFD</a:t>
            </a:r>
          </a:p>
          <a:p xmlns:a="http://schemas.openxmlformats.org/drawingml/2006/main">
            <a:pPr algn="l">
              <a:defRPr sz="2175" b="0">
                <a:solidFill>
                  <a:srgbClr val="58657D"/>
                </a:solidFill>
                <a:latin typeface="Arial"/>
                <a:ea typeface="Arial"/>
                <a:cs typeface="Arial"/>
              </a:defRPr>
            </a:pPr>
            <a:r>
              <a:rPr sz="2175" b="0">
                <a:solidFill>
                  <a:srgbClr val="58657D"/>
                </a:solidFill>
                <a:latin typeface="Arial"/>
                <a:ea typeface="Arial"/>
                <a:cs typeface="Arial"/>
              </a:rPr>
              <a:t>Hướng đối tượng  /  Lưu trữ  /  Giao diện</a:t>
            </a:r>
          </a:p>
        </p:txBody>
      </p:sp>
    </p:spTree>
    <p:extLst>
      <p:ext uri="{BB962C8B-B14F-4D97-AF65-F5344CB8AC3E}">
        <p14:creationId xmlns:p14="http://schemas.microsoft.com/office/powerpoint/2010/main" val="914140565"/>
      </p:ext>
    </p:extLst>
  </p:cSld>
</p:sld>
</file>

<file path=ppt/slides/slide2.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NotebookE trong một phút">
            <a:extLst xmlns:a="http://schemas.openxmlformats.org/drawingml/2006/main">
              <a:ext uri="{FF2B5EF4-FFF2-40B4-BE49-F238E27FC236}">
                <a16:creationId xmlns:a16="http://schemas.microsoft.com/office/drawing/2014/main" id="{51E08D30-DC01-4EC5-8CA9-B1998B35FC30}"/>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NotebookE trong một phút</a:t>
            </a:r>
          </a:p>
        </p:txBody>
      </p:sp>
      <p:sp>
        <p:nvSpPr>
          <p:cNvPr id="22" name="GIỚI THIỆU">
            <a:extLst xmlns:a="http://schemas.openxmlformats.org/drawingml/2006/main">
              <a:ext uri="{FF2B5EF4-FFF2-40B4-BE49-F238E27FC236}">
                <a16:creationId xmlns:a16="http://schemas.microsoft.com/office/drawing/2014/main" id="{D8C1C27B-BE96-4AD0-9130-5B9EC5FBAB7F}"/>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GIỚI THIỆU</a:t>
            </a:r>
          </a:p>
        </p:txBody>
      </p:sp>
      <p:sp>
        <p:nvSpPr>
          <p:cNvPr id="23" name="NotebookE / Phân tích &amp; thiết kế">
            <a:extLst xmlns:a="http://schemas.openxmlformats.org/drawingml/2006/main">
              <a:ext uri="{FF2B5EF4-FFF2-40B4-BE49-F238E27FC236}">
                <a16:creationId xmlns:a16="http://schemas.microsoft.com/office/drawing/2014/main" id="{8DE0EBDE-7DE6-4CF9-BF26-60E6B0A95E82}"/>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02 / 20">
            <a:extLst xmlns:a="http://schemas.openxmlformats.org/drawingml/2006/main">
              <a:ext uri="{FF2B5EF4-FFF2-40B4-BE49-F238E27FC236}">
                <a16:creationId xmlns:a16="http://schemas.microsoft.com/office/drawing/2014/main" id="{1A20D23A-0F22-4AFC-9AF9-B653F2800F3C}"/>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02 / 20</a:t>
            </a:r>
          </a:p>
        </p:txBody>
      </p:sp>
      <p:sp>
        <p:nvSpPr>
          <p:cNvPr id="25" name="Từ tài liệu rời rạc&#10;đến tri thức có ngữ cảnh.">
            <a:extLst xmlns:a="http://schemas.openxmlformats.org/drawingml/2006/main">
              <a:ext uri="{FF2B5EF4-FFF2-40B4-BE49-F238E27FC236}">
                <a16:creationId xmlns:a16="http://schemas.microsoft.com/office/drawing/2014/main" id="{6B70FE42-9FA2-45AE-8538-082C38E1CBF5}"/>
              </a:ext>
            </a:extLst>
          </p:cNvPr>
          <p:cNvSpPr>
            <a:spLocks xmlns:a="http://schemas.openxmlformats.org/drawingml/2006/main" noGrp="1"/>
          </p:cNvSpPr>
          <p:nvPr/>
        </p:nvSpPr>
        <p:spPr>
          <a:xfrm xmlns:a="http://schemas.openxmlformats.org/drawingml/2006/main">
            <a:off x="1047750" y="2619375"/>
            <a:ext cx="7334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Từ tài liệu rời rạc</a:t>
            </a:r>
          </a:p>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đến tri thức có ngữ cảnh.</a:t>
            </a:r>
          </a:p>
        </p:txBody>
      </p:sp>
      <p:sp>
        <p:nvSpPr>
          <p:cNvPr id="26" name="Tổ chức nguồn theo notebook; tìm kiếm, hỏi đáp, ghi chú và tạo po">
            <a:extLst xmlns:a="http://schemas.openxmlformats.org/drawingml/2006/main">
              <a:ext uri="{FF2B5EF4-FFF2-40B4-BE49-F238E27FC236}">
                <a16:creationId xmlns:a16="http://schemas.microsoft.com/office/drawing/2014/main" id="{21C7AC2A-C157-4DB4-B192-AA3EC742DC10}"/>
              </a:ext>
            </a:extLst>
          </p:cNvPr>
          <p:cNvSpPr>
            <a:spLocks xmlns:a="http://schemas.openxmlformats.org/drawingml/2006/main" noGrp="1"/>
          </p:cNvSpPr>
          <p:nvPr/>
        </p:nvSpPr>
        <p:spPr>
          <a:xfrm xmlns:a="http://schemas.openxmlformats.org/drawingml/2006/main">
            <a:off x="1047750" y="4572000"/>
            <a:ext cx="704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0">
                <a:solidFill>
                  <a:srgbClr val="0B1D38"/>
                </a:solidFill>
                <a:latin typeface="Arial"/>
                <a:ea typeface="Arial"/>
                <a:cs typeface="Arial"/>
              </a:defRPr>
            </a:pPr>
            <a:r>
              <a:rPr sz="2700" b="0">
                <a:solidFill>
                  <a:srgbClr val="0B1D38"/>
                </a:solidFill>
                <a:latin typeface="Arial"/>
                <a:ea typeface="Arial"/>
                <a:cs typeface="Arial"/>
              </a:rPr>
              <a:t>Tổ chức nguồn theo notebook; tìm kiếm, hỏi đáp, ghi chú và tạo podcast/video.</a:t>
            </a:r>
          </a:p>
          <a:p xmlns:a="http://schemas.openxmlformats.org/drawingml/2006/main">
            <a:r>
              <a:t/>
            </a:r>
          </a:p>
          <a:p xmlns:a="http://schemas.openxmlformats.org/drawingml/2006/main">
            <a:pPr algn="l">
              <a:defRPr sz="2700" b="0">
                <a:solidFill>
                  <a:srgbClr val="0B1D38"/>
                </a:solidFill>
                <a:latin typeface="Arial"/>
                <a:ea typeface="Arial"/>
                <a:cs typeface="Arial"/>
              </a:defRPr>
            </a:pPr>
            <a:r>
              <a:rPr sz="2700" b="0">
                <a:solidFill>
                  <a:srgbClr val="0B1D38"/>
                </a:solidFill>
                <a:latin typeface="Arial"/>
                <a:ea typeface="Arial"/>
                <a:cs typeface="Arial"/>
              </a:rPr>
              <a:t>Người dùng tự kiểm soát dữ liệu và lựa chọn mô hình AI.</a:t>
            </a:r>
          </a:p>
        </p:txBody>
      </p:sp>
      <p:sp>
        <p:nvSpPr>
          <p:cNvPr id="27" name="Next.js&#10;Giao diện · 3000">
            <a:extLst xmlns:a="http://schemas.openxmlformats.org/drawingml/2006/main">
              <a:ext uri="{FF2B5EF4-FFF2-40B4-BE49-F238E27FC236}">
                <a16:creationId xmlns:a16="http://schemas.microsoft.com/office/drawing/2014/main" id="{8C3E0614-D9A4-4F4F-BB39-4D040558D16D}"/>
              </a:ext>
            </a:extLst>
          </p:cNvPr>
          <p:cNvSpPr>
            <a:spLocks xmlns:a="http://schemas.openxmlformats.org/drawingml/2006/main" noGrp="1"/>
          </p:cNvSpPr>
          <p:nvPr/>
        </p:nvSpPr>
        <p:spPr>
          <a:xfrm xmlns:a="http://schemas.openxmlformats.org/drawingml/2006/main">
            <a:off x="9906000" y="2571750"/>
            <a:ext cx="6381750" cy="1143000"/>
          </a:xfrm>
          <a:prstGeom xmlns:a="http://schemas.openxmlformats.org/drawingml/2006/main" prst="roundRect">
            <a:avLst>
              <a:gd name="adj" fmla="val 6667"/>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Next.js</a:t>
            </a:r>
          </a:p>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Giao diện · 3000</a:t>
            </a:r>
          </a:p>
        </p:txBody>
      </p:sp>
      <p:sp>
        <p:nvSpPr>
          <p:cNvPr id="28" name="FastAPI&#10;API &amp; workflow · 5055">
            <a:extLst xmlns:a="http://schemas.openxmlformats.org/drawingml/2006/main">
              <a:ext uri="{FF2B5EF4-FFF2-40B4-BE49-F238E27FC236}">
                <a16:creationId xmlns:a16="http://schemas.microsoft.com/office/drawing/2014/main" id="{735EA2BD-7352-4B05-9875-105447940518}"/>
              </a:ext>
            </a:extLst>
          </p:cNvPr>
          <p:cNvSpPr>
            <a:spLocks xmlns:a="http://schemas.openxmlformats.org/drawingml/2006/main" noGrp="1"/>
          </p:cNvSpPr>
          <p:nvPr/>
        </p:nvSpPr>
        <p:spPr>
          <a:xfrm xmlns:a="http://schemas.openxmlformats.org/drawingml/2006/main">
            <a:off x="9906000" y="4476750"/>
            <a:ext cx="6381750" cy="1143000"/>
          </a:xfrm>
          <a:prstGeom xmlns:a="http://schemas.openxmlformats.org/drawingml/2006/main" prst="roundRect">
            <a:avLst>
              <a:gd name="adj" fmla="val 6667"/>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FastAPI</a:t>
            </a:r>
          </a:p>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API &amp; workflow · 5055</a:t>
            </a:r>
          </a:p>
        </p:txBody>
      </p:sp>
      <p:sp>
        <p:nvSpPr>
          <p:cNvPr id="29" name="SurrealDB + hệ thống tệp&#10;Dữ liệu, chỉ mục &amp; media">
            <a:extLst xmlns:a="http://schemas.openxmlformats.org/drawingml/2006/main">
              <a:ext uri="{FF2B5EF4-FFF2-40B4-BE49-F238E27FC236}">
                <a16:creationId xmlns:a16="http://schemas.microsoft.com/office/drawing/2014/main" id="{1624CF49-07EB-4BF4-A2E9-F02FEA30BF34}"/>
              </a:ext>
            </a:extLst>
          </p:cNvPr>
          <p:cNvSpPr>
            <a:spLocks xmlns:a="http://schemas.openxmlformats.org/drawingml/2006/main" noGrp="1"/>
          </p:cNvSpPr>
          <p:nvPr/>
        </p:nvSpPr>
        <p:spPr>
          <a:xfrm xmlns:a="http://schemas.openxmlformats.org/drawingml/2006/main">
            <a:off x="9906000" y="6667500"/>
            <a:ext cx="6381750" cy="1143000"/>
          </a:xfrm>
          <a:prstGeom xmlns:a="http://schemas.openxmlformats.org/drawingml/2006/main" prst="roundRect">
            <a:avLst>
              <a:gd name="adj" fmla="val 6667"/>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SurrealDB + hệ thống tệp</a:t>
            </a:r>
          </a:p>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Dữ liệu, chỉ mục &amp; media</a:t>
            </a:r>
          </a:p>
        </p:txBody>
      </p:sp>
      <p:cxnSp>
        <p:nvCxnSpPr>
          <p:cNvPr id="52" name=""/>
          <p:cNvCxnSpPr>
            <a:stCxn xmlns:a="http://schemas.openxmlformats.org/drawingml/2006/main" id="27" idx="2"/>
            <a:endCxn xmlns:a="http://schemas.openxmlformats.org/drawingml/2006/main" id="28" idx="0"/>
          </p:cNvCxnSpPr>
          <p:nvPr/>
        </p:nvCxnSpPr>
        <p:spPr>
          <a:xfrm xmlns:a="http://schemas.openxmlformats.org/drawingml/2006/main">
            <a:off x="13096875" y="3714750"/>
            <a:ext cx="0" cy="76200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1" name="Yêu cầu / phản hồi">
            <a:extLst xmlns:a="http://schemas.openxmlformats.org/drawingml/2006/main">
              <a:ext uri="{FF2B5EF4-FFF2-40B4-BE49-F238E27FC236}">
                <a16:creationId xmlns:a16="http://schemas.microsoft.com/office/drawing/2014/main" id="{BAF228EE-F904-4CE9-B130-6F82A6717903}"/>
              </a:ext>
            </a:extLst>
          </p:cNvPr>
          <p:cNvSpPr>
            <a:spLocks xmlns:a="http://schemas.openxmlformats.org/drawingml/2006/main" noGrp="1"/>
          </p:cNvSpPr>
          <p:nvPr/>
        </p:nvSpPr>
        <p:spPr>
          <a:xfrm xmlns:a="http://schemas.openxmlformats.org/drawingml/2006/main">
            <a:off x="11620500" y="38862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Yêu cầu / phản hồi</a:t>
            </a:r>
          </a:p>
        </p:txBody>
      </p:sp>
      <p:cxnSp>
        <p:nvCxnSpPr>
          <p:cNvPr id="54" name=""/>
          <p:cNvCxnSpPr>
            <a:stCxn xmlns:a="http://schemas.openxmlformats.org/drawingml/2006/main" id="28" idx="2"/>
            <a:endCxn xmlns:a="http://schemas.openxmlformats.org/drawingml/2006/main" id="29" idx="0"/>
          </p:cNvCxnSpPr>
          <p:nvPr/>
        </p:nvCxnSpPr>
        <p:spPr>
          <a:xfrm xmlns:a="http://schemas.openxmlformats.org/drawingml/2006/main">
            <a:off x="13096875" y="5619750"/>
            <a:ext cx="0" cy="104775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3" name="Truy vấn async">
            <a:extLst xmlns:a="http://schemas.openxmlformats.org/drawingml/2006/main">
              <a:ext uri="{FF2B5EF4-FFF2-40B4-BE49-F238E27FC236}">
                <a16:creationId xmlns:a16="http://schemas.microsoft.com/office/drawing/2014/main" id="{F1DAD859-E896-4A84-9B40-3F0D86A0C201}"/>
              </a:ext>
            </a:extLst>
          </p:cNvPr>
          <p:cNvSpPr>
            <a:spLocks xmlns:a="http://schemas.openxmlformats.org/drawingml/2006/main" noGrp="1"/>
          </p:cNvSpPr>
          <p:nvPr/>
        </p:nvSpPr>
        <p:spPr>
          <a:xfrm xmlns:a="http://schemas.openxmlformats.org/drawingml/2006/main">
            <a:off x="11906250" y="590550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Truy vấn async</a:t>
            </a:r>
          </a:p>
        </p:txBody>
      </p:sp>
      <p:sp>
        <p:nvSpPr>
          <p:cNvPr id="34" name="Worker bắt buộc cho xử lý nguồn, embedding và media. Không mặc đị">
            <a:extLst xmlns:a="http://schemas.openxmlformats.org/drawingml/2006/main">
              <a:ext uri="{FF2B5EF4-FFF2-40B4-BE49-F238E27FC236}">
                <a16:creationId xmlns:a16="http://schemas.microsoft.com/office/drawing/2014/main" id="{B1F4B758-A725-48FB-B23A-ACA2F680052F}"/>
              </a:ext>
            </a:extLst>
          </p:cNvPr>
          <p:cNvSpPr>
            <a:spLocks xmlns:a="http://schemas.openxmlformats.org/drawingml/2006/main" noGrp="1"/>
          </p:cNvSpPr>
          <p:nvPr/>
        </p:nvSpPr>
        <p:spPr>
          <a:xfrm xmlns:a="http://schemas.openxmlformats.org/drawingml/2006/main">
            <a:off x="1095375" y="869632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8657D"/>
                </a:solidFill>
                <a:latin typeface="Arial"/>
                <a:ea typeface="Arial"/>
                <a:cs typeface="Arial"/>
              </a:defRPr>
            </a:pPr>
            <a:r>
              <a:rPr sz="2025" b="0">
                <a:solidFill>
                  <a:srgbClr val="58657D"/>
                </a:solidFill>
                <a:latin typeface="Arial"/>
                <a:ea typeface="Arial"/>
                <a:cs typeface="Arial"/>
              </a:rPr>
              <a:t>Worker bắt buộc cho xử lý nguồn, embedding và media. Không mặc định hệ thống đã được gia cố cho production.</a:t>
            </a:r>
          </a:p>
        </p:txBody>
      </p:sp>
    </p:spTree>
    <p:extLst>
      <p:ext uri="{BB962C8B-B14F-4D97-AF65-F5344CB8AC3E}">
        <p14:creationId xmlns:p14="http://schemas.microsoft.com/office/powerpoint/2010/main" val="1856122589"/>
      </p:ext>
    </p:extLst>
  </p:cSld>
</p:sld>
</file>

<file path=ppt/slides/slide3.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Người dùng cần gì?">
            <a:extLst xmlns:a="http://schemas.openxmlformats.org/drawingml/2006/main">
              <a:ext uri="{FF2B5EF4-FFF2-40B4-BE49-F238E27FC236}">
                <a16:creationId xmlns:a16="http://schemas.microsoft.com/office/drawing/2014/main" id="{D596F8BC-97CE-4498-BF3C-F6E0C09A886C}"/>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Người dùng cần gì?</a:t>
            </a:r>
          </a:p>
        </p:txBody>
      </p:sp>
      <p:sp>
        <p:nvSpPr>
          <p:cNvPr id="22" name="YÊU CẦU NGƯỜI DÙNG">
            <a:extLst xmlns:a="http://schemas.openxmlformats.org/drawingml/2006/main">
              <a:ext uri="{FF2B5EF4-FFF2-40B4-BE49-F238E27FC236}">
                <a16:creationId xmlns:a16="http://schemas.microsoft.com/office/drawing/2014/main" id="{94B0BA1A-A3DC-403F-B266-CFB3C728A1A7}"/>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YÊU CẦU NGƯỜI DÙNG</a:t>
            </a:r>
          </a:p>
        </p:txBody>
      </p:sp>
      <p:sp>
        <p:nvSpPr>
          <p:cNvPr id="23" name="NotebookE / Phân tích &amp; thiết kế">
            <a:extLst xmlns:a="http://schemas.openxmlformats.org/drawingml/2006/main">
              <a:ext uri="{FF2B5EF4-FFF2-40B4-BE49-F238E27FC236}">
                <a16:creationId xmlns:a16="http://schemas.microsoft.com/office/drawing/2014/main" id="{5AF4804C-5D72-40E2-A3F5-6324A457C4C6}"/>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03 / 20">
            <a:extLst xmlns:a="http://schemas.openxmlformats.org/drawingml/2006/main">
              <a:ext uri="{FF2B5EF4-FFF2-40B4-BE49-F238E27FC236}">
                <a16:creationId xmlns:a16="http://schemas.microsoft.com/office/drawing/2014/main" id="{8C50CA87-F862-46CB-9BC6-7C67DEC1C6C6}"/>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03 / 20</a:t>
            </a:r>
          </a:p>
        </p:txBody>
      </p:sp>
      <p:sp>
        <p:nvSpPr>
          <p:cNvPr id="25" name="">
            <a:extLst xmlns:a="http://schemas.openxmlformats.org/drawingml/2006/main">
              <a:ext uri="{FF2B5EF4-FFF2-40B4-BE49-F238E27FC236}">
                <a16:creationId xmlns:a16="http://schemas.microsoft.com/office/drawing/2014/main" id="{730C55BF-860B-4F56-9DEA-7E3AB9EA65A8}"/>
              </a:ext>
            </a:extLst>
          </p:cNvPr>
          <p:cNvSpPr>
            <a:spLocks xmlns:a="http://schemas.openxmlformats.org/drawingml/2006/main" noGrp="1"/>
          </p:cNvSpPr>
          <p:nvPr/>
        </p:nvSpPr>
        <p:spPr>
          <a:xfrm xmlns:a="http://schemas.openxmlformats.org/drawingml/2006/main">
            <a:off x="1047750" y="2667000"/>
            <a:ext cx="4857750" cy="4762500"/>
          </a:xfrm>
          <a:prstGeom xmlns:a="http://schemas.openxmlformats.org/drawingml/2006/main" prst="roundRect">
            <a:avLst>
              <a:gd name="adj" fmla="val 1600"/>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26" name="01">
            <a:extLst xmlns:a="http://schemas.openxmlformats.org/drawingml/2006/main">
              <a:ext uri="{FF2B5EF4-FFF2-40B4-BE49-F238E27FC236}">
                <a16:creationId xmlns:a16="http://schemas.microsoft.com/office/drawing/2014/main" id="{963E1E7E-D3B8-4817-A0E8-57D4275F998D}"/>
              </a:ext>
            </a:extLst>
          </p:cNvPr>
          <p:cNvSpPr>
            <a:spLocks xmlns:a="http://schemas.openxmlformats.org/drawingml/2006/main" noGrp="1"/>
          </p:cNvSpPr>
          <p:nvPr/>
        </p:nvSpPr>
        <p:spPr>
          <a:xfrm xmlns:a="http://schemas.openxmlformats.org/drawingml/2006/main">
            <a:off x="1333500" y="290512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75" b="1">
                <a:solidFill>
                  <a:srgbClr val="A2ADD9"/>
                </a:solidFill>
                <a:latin typeface="Arial"/>
                <a:ea typeface="Arial"/>
                <a:cs typeface="Arial"/>
              </a:defRPr>
            </a:pPr>
            <a:r>
              <a:rPr sz="4275" b="1">
                <a:solidFill>
                  <a:srgbClr val="A2ADD9"/>
                </a:solidFill>
                <a:latin typeface="Arial"/>
                <a:ea typeface="Arial"/>
                <a:cs typeface="Arial"/>
              </a:rPr>
              <a:t>01</a:t>
            </a:r>
          </a:p>
        </p:txBody>
      </p:sp>
      <p:sp>
        <p:nvSpPr>
          <p:cNvPr id="27" name="Người nghiên cứu">
            <a:extLst xmlns:a="http://schemas.openxmlformats.org/drawingml/2006/main">
              <a:ext uri="{FF2B5EF4-FFF2-40B4-BE49-F238E27FC236}">
                <a16:creationId xmlns:a16="http://schemas.microsoft.com/office/drawing/2014/main" id="{A1C122BA-B029-4E9C-BC4B-DBD5284BCA1F}"/>
              </a:ext>
            </a:extLst>
          </p:cNvPr>
          <p:cNvSpPr>
            <a:spLocks xmlns:a="http://schemas.openxmlformats.org/drawingml/2006/main" noGrp="1"/>
          </p:cNvSpPr>
          <p:nvPr/>
        </p:nvSpPr>
        <p:spPr>
          <a:xfrm xmlns:a="http://schemas.openxmlformats.org/drawingml/2006/main">
            <a:off x="1333500" y="37623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B1D38"/>
                </a:solidFill>
                <a:latin typeface="Arial"/>
                <a:ea typeface="Arial"/>
                <a:cs typeface="Arial"/>
              </a:defRPr>
            </a:pPr>
            <a:r>
              <a:rPr sz="2700" b="1">
                <a:solidFill>
                  <a:srgbClr val="0B1D38"/>
                </a:solidFill>
                <a:latin typeface="Arial"/>
                <a:ea typeface="Arial"/>
                <a:cs typeface="Arial"/>
              </a:rPr>
              <a:t>Người nghiên cứu</a:t>
            </a:r>
          </a:p>
        </p:txBody>
      </p:sp>
      <p:sp>
        <p:nvSpPr>
          <p:cNvPr id="28" name="Gom tài liệu theo chủ đề&#10;Tìm thông tin liên quan&#10;Hỏi đáp có căn c">
            <a:extLst xmlns:a="http://schemas.openxmlformats.org/drawingml/2006/main">
              <a:ext uri="{FF2B5EF4-FFF2-40B4-BE49-F238E27FC236}">
                <a16:creationId xmlns:a16="http://schemas.microsoft.com/office/drawing/2014/main" id="{8E51E791-C44F-4B60-A049-5303F22C66B9}"/>
              </a:ext>
            </a:extLst>
          </p:cNvPr>
          <p:cNvSpPr>
            <a:spLocks xmlns:a="http://schemas.openxmlformats.org/drawingml/2006/main" noGrp="1"/>
          </p:cNvSpPr>
          <p:nvPr/>
        </p:nvSpPr>
        <p:spPr>
          <a:xfrm xmlns:a="http://schemas.openxmlformats.org/drawingml/2006/main">
            <a:off x="1333500" y="4953000"/>
            <a:ext cx="4286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Gom tài liệu theo chủ đề</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Tìm thông tin liên quan</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Hỏi đáp có căn cứ</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Lưu ghi chú và nội dung</a:t>
            </a:r>
          </a:p>
        </p:txBody>
      </p:sp>
      <p:sp>
        <p:nvSpPr>
          <p:cNvPr id="29" name="">
            <a:extLst xmlns:a="http://schemas.openxmlformats.org/drawingml/2006/main">
              <a:ext uri="{FF2B5EF4-FFF2-40B4-BE49-F238E27FC236}">
                <a16:creationId xmlns:a16="http://schemas.microsoft.com/office/drawing/2014/main" id="{50FE61C4-D736-4F5D-8C48-FD2528B11DB4}"/>
              </a:ext>
            </a:extLst>
          </p:cNvPr>
          <p:cNvSpPr>
            <a:spLocks xmlns:a="http://schemas.openxmlformats.org/drawingml/2006/main" noGrp="1"/>
          </p:cNvSpPr>
          <p:nvPr/>
        </p:nvSpPr>
        <p:spPr>
          <a:xfrm xmlns:a="http://schemas.openxmlformats.org/drawingml/2006/main">
            <a:off x="6715125" y="2667000"/>
            <a:ext cx="4857750" cy="4762500"/>
          </a:xfrm>
          <a:prstGeom xmlns:a="http://schemas.openxmlformats.org/drawingml/2006/main" prst="roundRect">
            <a:avLst>
              <a:gd name="adj" fmla="val 1600"/>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0" name="02">
            <a:extLst xmlns:a="http://schemas.openxmlformats.org/drawingml/2006/main">
              <a:ext uri="{FF2B5EF4-FFF2-40B4-BE49-F238E27FC236}">
                <a16:creationId xmlns:a16="http://schemas.microsoft.com/office/drawing/2014/main" id="{D8A311BF-4B89-41A2-A1C3-DACDF66F8AB9}"/>
              </a:ext>
            </a:extLst>
          </p:cNvPr>
          <p:cNvSpPr>
            <a:spLocks xmlns:a="http://schemas.openxmlformats.org/drawingml/2006/main" noGrp="1"/>
          </p:cNvSpPr>
          <p:nvPr/>
        </p:nvSpPr>
        <p:spPr>
          <a:xfrm xmlns:a="http://schemas.openxmlformats.org/drawingml/2006/main">
            <a:off x="7000875" y="290512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75" b="1">
                <a:solidFill>
                  <a:srgbClr val="A2ADD9"/>
                </a:solidFill>
                <a:latin typeface="Arial"/>
                <a:ea typeface="Arial"/>
                <a:cs typeface="Arial"/>
              </a:defRPr>
            </a:pPr>
            <a:r>
              <a:rPr sz="4275" b="1">
                <a:solidFill>
                  <a:srgbClr val="A2ADD9"/>
                </a:solidFill>
                <a:latin typeface="Arial"/>
                <a:ea typeface="Arial"/>
                <a:cs typeface="Arial"/>
              </a:rPr>
              <a:t>02</a:t>
            </a:r>
          </a:p>
        </p:txBody>
      </p:sp>
      <p:sp>
        <p:nvSpPr>
          <p:cNvPr id="31" name="Người vận hành">
            <a:extLst xmlns:a="http://schemas.openxmlformats.org/drawingml/2006/main">
              <a:ext uri="{FF2B5EF4-FFF2-40B4-BE49-F238E27FC236}">
                <a16:creationId xmlns:a16="http://schemas.microsoft.com/office/drawing/2014/main" id="{030515ED-F823-489C-A2CE-7EE2194A847A}"/>
              </a:ext>
            </a:extLst>
          </p:cNvPr>
          <p:cNvSpPr>
            <a:spLocks xmlns:a="http://schemas.openxmlformats.org/drawingml/2006/main" noGrp="1"/>
          </p:cNvSpPr>
          <p:nvPr/>
        </p:nvSpPr>
        <p:spPr>
          <a:xfrm xmlns:a="http://schemas.openxmlformats.org/drawingml/2006/main">
            <a:off x="7000875" y="37623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B1D38"/>
                </a:solidFill>
                <a:latin typeface="Arial"/>
                <a:ea typeface="Arial"/>
                <a:cs typeface="Arial"/>
              </a:defRPr>
            </a:pPr>
            <a:r>
              <a:rPr sz="2700" b="1">
                <a:solidFill>
                  <a:srgbClr val="0B1D38"/>
                </a:solidFill>
                <a:latin typeface="Arial"/>
                <a:ea typeface="Arial"/>
                <a:cs typeface="Arial"/>
              </a:rPr>
              <a:t>Người vận hành</a:t>
            </a:r>
          </a:p>
        </p:txBody>
      </p:sp>
      <p:sp>
        <p:nvSpPr>
          <p:cNvPr id="32" name="Tự lưu trữ dữ liệu&#10;Cấu hình provider/model&#10;Quản lý khóa kết nối&#10;T">
            <a:extLst xmlns:a="http://schemas.openxmlformats.org/drawingml/2006/main">
              <a:ext uri="{FF2B5EF4-FFF2-40B4-BE49-F238E27FC236}">
                <a16:creationId xmlns:a16="http://schemas.microsoft.com/office/drawing/2014/main" id="{373D17F2-51E8-4EED-AB97-993BC9EE2BBA}"/>
              </a:ext>
            </a:extLst>
          </p:cNvPr>
          <p:cNvSpPr>
            <a:spLocks xmlns:a="http://schemas.openxmlformats.org/drawingml/2006/main" noGrp="1"/>
          </p:cNvSpPr>
          <p:nvPr/>
        </p:nvSpPr>
        <p:spPr>
          <a:xfrm xmlns:a="http://schemas.openxmlformats.org/drawingml/2006/main">
            <a:off x="7000875" y="4953000"/>
            <a:ext cx="4286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Tự lưu trữ dữ liệu</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Cấu hình provider/model</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Quản lý khóa kết nối</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Theo dõi và thử lại tác vụ</a:t>
            </a:r>
          </a:p>
        </p:txBody>
      </p:sp>
      <p:sp>
        <p:nvSpPr>
          <p:cNvPr id="33" name="">
            <a:extLst xmlns:a="http://schemas.openxmlformats.org/drawingml/2006/main">
              <a:ext uri="{FF2B5EF4-FFF2-40B4-BE49-F238E27FC236}">
                <a16:creationId xmlns:a16="http://schemas.microsoft.com/office/drawing/2014/main" id="{D9AE6A66-E019-406C-9F91-CCD0D069087E}"/>
              </a:ext>
            </a:extLst>
          </p:cNvPr>
          <p:cNvSpPr>
            <a:spLocks xmlns:a="http://schemas.openxmlformats.org/drawingml/2006/main" noGrp="1"/>
          </p:cNvSpPr>
          <p:nvPr/>
        </p:nvSpPr>
        <p:spPr>
          <a:xfrm xmlns:a="http://schemas.openxmlformats.org/drawingml/2006/main">
            <a:off x="12382500" y="2667000"/>
            <a:ext cx="4857750" cy="4762500"/>
          </a:xfrm>
          <a:prstGeom xmlns:a="http://schemas.openxmlformats.org/drawingml/2006/main" prst="roundRect">
            <a:avLst>
              <a:gd name="adj" fmla="val 1600"/>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4" name="03">
            <a:extLst xmlns:a="http://schemas.openxmlformats.org/drawingml/2006/main">
              <a:ext uri="{FF2B5EF4-FFF2-40B4-BE49-F238E27FC236}">
                <a16:creationId xmlns:a16="http://schemas.microsoft.com/office/drawing/2014/main" id="{2C0C884F-88D1-4C33-BF4F-06E24DFA6428}"/>
              </a:ext>
            </a:extLst>
          </p:cNvPr>
          <p:cNvSpPr>
            <a:spLocks xmlns:a="http://schemas.openxmlformats.org/drawingml/2006/main" noGrp="1"/>
          </p:cNvSpPr>
          <p:nvPr/>
        </p:nvSpPr>
        <p:spPr>
          <a:xfrm xmlns:a="http://schemas.openxmlformats.org/drawingml/2006/main">
            <a:off x="12668250" y="290512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75" b="1">
                <a:solidFill>
                  <a:srgbClr val="A2ADD9"/>
                </a:solidFill>
                <a:latin typeface="Arial"/>
                <a:ea typeface="Arial"/>
                <a:cs typeface="Arial"/>
              </a:defRPr>
            </a:pPr>
            <a:r>
              <a:rPr sz="4275" b="1">
                <a:solidFill>
                  <a:srgbClr val="A2ADD9"/>
                </a:solidFill>
                <a:latin typeface="Arial"/>
                <a:ea typeface="Arial"/>
                <a:cs typeface="Arial"/>
              </a:rPr>
              <a:t>03</a:t>
            </a:r>
          </a:p>
        </p:txBody>
      </p:sp>
      <p:sp>
        <p:nvSpPr>
          <p:cNvPr id="35" name="Cách xác nhận nhu cầu">
            <a:extLst xmlns:a="http://schemas.openxmlformats.org/drawingml/2006/main">
              <a:ext uri="{FF2B5EF4-FFF2-40B4-BE49-F238E27FC236}">
                <a16:creationId xmlns:a16="http://schemas.microsoft.com/office/drawing/2014/main" id="{CFCB80E2-77CC-49A8-8A32-F7B62C2E7C74}"/>
              </a:ext>
            </a:extLst>
          </p:cNvPr>
          <p:cNvSpPr>
            <a:spLocks xmlns:a="http://schemas.openxmlformats.org/drawingml/2006/main" noGrp="1"/>
          </p:cNvSpPr>
          <p:nvPr/>
        </p:nvSpPr>
        <p:spPr>
          <a:xfrm xmlns:a="http://schemas.openxmlformats.org/drawingml/2006/main">
            <a:off x="12668250" y="37623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B1D38"/>
                </a:solidFill>
                <a:latin typeface="Arial"/>
                <a:ea typeface="Arial"/>
                <a:cs typeface="Arial"/>
              </a:defRPr>
            </a:pPr>
            <a:r>
              <a:rPr sz="2700" b="1">
                <a:solidFill>
                  <a:srgbClr val="0B1D38"/>
                </a:solidFill>
                <a:latin typeface="Arial"/>
                <a:ea typeface="Arial"/>
                <a:cs typeface="Arial"/>
              </a:rPr>
              <a:t>Cách xác nhận nhu cầu</a:t>
            </a:r>
          </a:p>
        </p:txBody>
      </p:sp>
      <p:sp>
        <p:nvSpPr>
          <p:cNvPr id="36" name="Phỏng vấn theo nhiệm vụ&#10;Quan sát luồng nghiên cứu&#10;Thử prototype g">
            <a:extLst xmlns:a="http://schemas.openxmlformats.org/drawingml/2006/main">
              <a:ext uri="{FF2B5EF4-FFF2-40B4-BE49-F238E27FC236}">
                <a16:creationId xmlns:a16="http://schemas.microsoft.com/office/drawing/2014/main" id="{9005DC50-A1B2-4BE1-9A83-CE4A326552AA}"/>
              </a:ext>
            </a:extLst>
          </p:cNvPr>
          <p:cNvSpPr>
            <a:spLocks xmlns:a="http://schemas.openxmlformats.org/drawingml/2006/main" noGrp="1"/>
          </p:cNvSpPr>
          <p:nvPr/>
        </p:nvSpPr>
        <p:spPr>
          <a:xfrm xmlns:a="http://schemas.openxmlformats.org/drawingml/2006/main">
            <a:off x="12668250" y="4953000"/>
            <a:ext cx="4286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Phỏng vấn theo nhiệm vụ</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Quan sát luồng nghiên cứu</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Thử prototype giao diện</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Ưu tiên và nghiệm thu</a:t>
            </a:r>
          </a:p>
        </p:txBody>
      </p:sp>
      <p:sp>
        <p:nvSpPr>
          <p:cNvPr id="37" name="Hai nhóm vai trò và nhu cầu suy ra từ dự án; khảo sát, phỏng vấn ">
            <a:extLst xmlns:a="http://schemas.openxmlformats.org/drawingml/2006/main">
              <a:ext uri="{FF2B5EF4-FFF2-40B4-BE49-F238E27FC236}">
                <a16:creationId xmlns:a16="http://schemas.microsoft.com/office/drawing/2014/main" id="{80DEAB7A-E58D-44B4-9E5B-9A56CDE78F6A}"/>
              </a:ext>
            </a:extLst>
          </p:cNvPr>
          <p:cNvSpPr>
            <a:spLocks xmlns:a="http://schemas.openxmlformats.org/drawingml/2006/main" noGrp="1"/>
          </p:cNvSpPr>
          <p:nvPr/>
        </p:nvSpPr>
        <p:spPr>
          <a:xfrm xmlns:a="http://schemas.openxmlformats.org/drawingml/2006/main">
            <a:off x="1095375" y="869632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8657D"/>
                </a:solidFill>
                <a:latin typeface="Arial"/>
                <a:ea typeface="Arial"/>
                <a:cs typeface="Arial"/>
              </a:defRPr>
            </a:pPr>
            <a:r>
              <a:rPr sz="2025" b="0">
                <a:solidFill>
                  <a:srgbClr val="58657D"/>
                </a:solidFill>
                <a:latin typeface="Arial"/>
                <a:ea typeface="Arial"/>
                <a:cs typeface="Arial"/>
              </a:rPr>
              <a:t>Hai nhóm vai trò và nhu cầu suy ra từ dự án; khảo sát, phỏng vấn và tiêu chí định lượng là đề xuất.</a:t>
            </a:r>
          </a:p>
        </p:txBody>
      </p:sp>
    </p:spTree>
    <p:extLst>
      <p:ext uri="{BB962C8B-B14F-4D97-AF65-F5344CB8AC3E}">
        <p14:creationId xmlns:p14="http://schemas.microsoft.com/office/powerpoint/2010/main" val="1856122589"/>
      </p:ext>
    </p:extLst>
  </p:cSld>
</p:sld>
</file>

<file path=ppt/slides/slide4.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Yêu cầu hệ thống có thể truy vết">
            <a:extLst xmlns:a="http://schemas.openxmlformats.org/drawingml/2006/main">
              <a:ext uri="{FF2B5EF4-FFF2-40B4-BE49-F238E27FC236}">
                <a16:creationId xmlns:a16="http://schemas.microsoft.com/office/drawing/2014/main" id="{48A0AD1F-A0EC-495D-9CD0-8C88B8294981}"/>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Yêu cầu hệ thống có thể truy vết</a:t>
            </a:r>
          </a:p>
        </p:txBody>
      </p:sp>
      <p:sp>
        <p:nvSpPr>
          <p:cNvPr id="22" name="MÔ HÌNH YÊU CẦU">
            <a:extLst xmlns:a="http://schemas.openxmlformats.org/drawingml/2006/main">
              <a:ext uri="{FF2B5EF4-FFF2-40B4-BE49-F238E27FC236}">
                <a16:creationId xmlns:a16="http://schemas.microsoft.com/office/drawing/2014/main" id="{AA980890-546D-48C5-BF52-214F08B7DFFC}"/>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MÔ HÌNH YÊU CẦU</a:t>
            </a:r>
          </a:p>
        </p:txBody>
      </p:sp>
      <p:sp>
        <p:nvSpPr>
          <p:cNvPr id="23" name="NotebookE / Phân tích &amp; thiết kế">
            <a:extLst xmlns:a="http://schemas.openxmlformats.org/drawingml/2006/main">
              <a:ext uri="{FF2B5EF4-FFF2-40B4-BE49-F238E27FC236}">
                <a16:creationId xmlns:a16="http://schemas.microsoft.com/office/drawing/2014/main" id="{A12480F1-5F05-4763-9C45-6486B80EB66F}"/>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04 / 20">
            <a:extLst xmlns:a="http://schemas.openxmlformats.org/drawingml/2006/main">
              <a:ext uri="{FF2B5EF4-FFF2-40B4-BE49-F238E27FC236}">
                <a16:creationId xmlns:a16="http://schemas.microsoft.com/office/drawing/2014/main" id="{5F66C10D-C09D-42E5-90CF-F1D0AB7A6FA5}"/>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04 / 20</a:t>
            </a:r>
          </a:p>
        </p:txBody>
      </p:sp>
      <p:sp>
        <p:nvSpPr>
          <p:cNvPr id="25" name="Chức năng cốt lõi">
            <a:extLst xmlns:a="http://schemas.openxmlformats.org/drawingml/2006/main">
              <a:ext uri="{FF2B5EF4-FFF2-40B4-BE49-F238E27FC236}">
                <a16:creationId xmlns:a16="http://schemas.microsoft.com/office/drawing/2014/main" id="{685636B6-4D1B-4798-9A0E-F9143A4CBD5C}"/>
              </a:ext>
            </a:extLst>
          </p:cNvPr>
          <p:cNvSpPr>
            <a:spLocks xmlns:a="http://schemas.openxmlformats.org/drawingml/2006/main" noGrp="1"/>
          </p:cNvSpPr>
          <p:nvPr/>
        </p:nvSpPr>
        <p:spPr>
          <a:xfrm xmlns:a="http://schemas.openxmlformats.org/drawingml/2006/main">
            <a:off x="1047750" y="2476500"/>
            <a:ext cx="809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75" b="1">
                <a:solidFill>
                  <a:srgbClr val="0B1D38"/>
                </a:solidFill>
                <a:latin typeface="Arial"/>
                <a:ea typeface="Arial"/>
                <a:cs typeface="Arial"/>
              </a:defRPr>
            </a:pPr>
            <a:r>
              <a:rPr sz="3075" b="1">
                <a:solidFill>
                  <a:srgbClr val="0B1D38"/>
                </a:solidFill>
                <a:latin typeface="Arial"/>
                <a:ea typeface="Arial"/>
                <a:cs typeface="Arial"/>
              </a:rPr>
              <a:t>Chức năng cốt lõi</a:t>
            </a:r>
          </a:p>
        </p:txBody>
      </p:sp>
      <p:sp>
        <p:nvSpPr>
          <p:cNvPr id="26" name="FR01  Quản lý notebook&#10;FR02  Tiếp nhận và xử lý nguồn&#10;FR03  Tìm k">
            <a:extLst xmlns:a="http://schemas.openxmlformats.org/drawingml/2006/main">
              <a:ext uri="{FF2B5EF4-FFF2-40B4-BE49-F238E27FC236}">
                <a16:creationId xmlns:a16="http://schemas.microsoft.com/office/drawing/2014/main" id="{8C781812-BDB9-4CE0-B381-8F3BABB7F55C}"/>
              </a:ext>
            </a:extLst>
          </p:cNvPr>
          <p:cNvSpPr>
            <a:spLocks xmlns:a="http://schemas.openxmlformats.org/drawingml/2006/main" noGrp="1"/>
          </p:cNvSpPr>
          <p:nvPr/>
        </p:nvSpPr>
        <p:spPr>
          <a:xfrm xmlns:a="http://schemas.openxmlformats.org/drawingml/2006/main">
            <a:off x="1047750" y="3381375"/>
            <a:ext cx="8096250" cy="476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0">
                <a:solidFill>
                  <a:srgbClr val="0B1D38"/>
                </a:solidFill>
                <a:latin typeface="Arial"/>
                <a:ea typeface="Arial"/>
                <a:cs typeface="Arial"/>
              </a:defRPr>
            </a:pPr>
            <a:r>
              <a:rPr sz="2550" b="0">
                <a:solidFill>
                  <a:srgbClr val="0B1D38"/>
                </a:solidFill>
                <a:latin typeface="Arial"/>
                <a:ea typeface="Arial"/>
                <a:cs typeface="Arial"/>
              </a:rPr>
              <a:t>FR01  Quản lý notebook</a:t>
            </a:r>
          </a:p>
          <a:p xmlns:a="http://schemas.openxmlformats.org/drawingml/2006/main">
            <a:pPr algn="l">
              <a:defRPr sz="2550" b="0">
                <a:solidFill>
                  <a:srgbClr val="0B1D38"/>
                </a:solidFill>
                <a:latin typeface="Arial"/>
                <a:ea typeface="Arial"/>
                <a:cs typeface="Arial"/>
              </a:defRPr>
            </a:pPr>
            <a:r>
              <a:rPr sz="2550" b="0">
                <a:solidFill>
                  <a:srgbClr val="0B1D38"/>
                </a:solidFill>
                <a:latin typeface="Arial"/>
                <a:ea typeface="Arial"/>
                <a:cs typeface="Arial"/>
              </a:rPr>
              <a:t>FR02  Tiếp nhận và xử lý nguồn</a:t>
            </a:r>
          </a:p>
          <a:p xmlns:a="http://schemas.openxmlformats.org/drawingml/2006/main">
            <a:pPr algn="l">
              <a:defRPr sz="2550" b="0">
                <a:solidFill>
                  <a:srgbClr val="0B1D38"/>
                </a:solidFill>
                <a:latin typeface="Arial"/>
                <a:ea typeface="Arial"/>
                <a:cs typeface="Arial"/>
              </a:defRPr>
            </a:pPr>
            <a:r>
              <a:rPr sz="2550" b="0">
                <a:solidFill>
                  <a:srgbClr val="0B1D38"/>
                </a:solidFill>
                <a:latin typeface="Arial"/>
                <a:ea typeface="Arial"/>
                <a:cs typeface="Arial"/>
              </a:rPr>
              <a:t>FR03  Tìm kiếm toàn văn / ngữ nghĩa</a:t>
            </a:r>
          </a:p>
          <a:p xmlns:a="http://schemas.openxmlformats.org/drawingml/2006/main">
            <a:pPr algn="l">
              <a:defRPr sz="2550" b="0">
                <a:solidFill>
                  <a:srgbClr val="0B1D38"/>
                </a:solidFill>
                <a:latin typeface="Arial"/>
                <a:ea typeface="Arial"/>
                <a:cs typeface="Arial"/>
              </a:defRPr>
            </a:pPr>
            <a:r>
              <a:rPr sz="2550" b="0">
                <a:solidFill>
                  <a:srgbClr val="0B1D38"/>
                </a:solidFill>
                <a:latin typeface="Arial"/>
                <a:ea typeface="Arial"/>
                <a:cs typeface="Arial"/>
              </a:rPr>
              <a:t>FR04  Hỏi đáp và chat theo ngữ cảnh</a:t>
            </a:r>
          </a:p>
          <a:p xmlns:a="http://schemas.openxmlformats.org/drawingml/2006/main">
            <a:pPr algn="l">
              <a:defRPr sz="2550" b="0">
                <a:solidFill>
                  <a:srgbClr val="0B1D38"/>
                </a:solidFill>
                <a:latin typeface="Arial"/>
                <a:ea typeface="Arial"/>
                <a:cs typeface="Arial"/>
              </a:defRPr>
            </a:pPr>
            <a:r>
              <a:rPr sz="2550" b="0">
                <a:solidFill>
                  <a:srgbClr val="0B1D38"/>
                </a:solidFill>
                <a:latin typeface="Arial"/>
                <a:ea typeface="Arial"/>
                <a:cs typeface="Arial"/>
              </a:rPr>
              <a:t>FR05  Ghi chú và chuyển đổi nội dung</a:t>
            </a:r>
          </a:p>
          <a:p xmlns:a="http://schemas.openxmlformats.org/drawingml/2006/main">
            <a:pPr algn="l">
              <a:defRPr sz="2550" b="0">
                <a:solidFill>
                  <a:srgbClr val="0B1D38"/>
                </a:solidFill>
                <a:latin typeface="Arial"/>
                <a:ea typeface="Arial"/>
                <a:cs typeface="Arial"/>
              </a:defRPr>
            </a:pPr>
            <a:r>
              <a:rPr sz="2550" b="0">
                <a:solidFill>
                  <a:srgbClr val="0B1D38"/>
                </a:solidFill>
                <a:latin typeface="Arial"/>
                <a:ea typeface="Arial"/>
                <a:cs typeface="Arial"/>
              </a:rPr>
              <a:t>FR06  Tạo podcast / video</a:t>
            </a:r>
          </a:p>
          <a:p xmlns:a="http://schemas.openxmlformats.org/drawingml/2006/main">
            <a:pPr algn="l">
              <a:defRPr sz="2550" b="0">
                <a:solidFill>
                  <a:srgbClr val="0B1D38"/>
                </a:solidFill>
                <a:latin typeface="Arial"/>
                <a:ea typeface="Arial"/>
                <a:cs typeface="Arial"/>
              </a:defRPr>
            </a:pPr>
            <a:r>
              <a:rPr sz="2550" b="0">
                <a:solidFill>
                  <a:srgbClr val="0B1D38"/>
                </a:solidFill>
                <a:latin typeface="Arial"/>
                <a:ea typeface="Arial"/>
                <a:cs typeface="Arial"/>
              </a:rPr>
              <a:t>FR07  Cấu hình AI và theo dõi tác vụ</a:t>
            </a:r>
          </a:p>
        </p:txBody>
      </p:sp>
      <p:sp>
        <p:nvSpPr>
          <p:cNvPr id="27" name="Ràng buộc &amp; chất lượng">
            <a:extLst xmlns:a="http://schemas.openxmlformats.org/drawingml/2006/main">
              <a:ext uri="{FF2B5EF4-FFF2-40B4-BE49-F238E27FC236}">
                <a16:creationId xmlns:a16="http://schemas.microsoft.com/office/drawing/2014/main" id="{7382BDD0-0000-4D20-BE7E-6E1AAAAA1F2E}"/>
              </a:ext>
            </a:extLst>
          </p:cNvPr>
          <p:cNvSpPr>
            <a:spLocks xmlns:a="http://schemas.openxmlformats.org/drawingml/2006/main" noGrp="1"/>
          </p:cNvSpPr>
          <p:nvPr/>
        </p:nvSpPr>
        <p:spPr>
          <a:xfrm xmlns:a="http://schemas.openxmlformats.org/drawingml/2006/main">
            <a:off x="9906000" y="2476500"/>
            <a:ext cx="733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75" b="1">
                <a:solidFill>
                  <a:srgbClr val="0B1D38"/>
                </a:solidFill>
                <a:latin typeface="Arial"/>
                <a:ea typeface="Arial"/>
                <a:cs typeface="Arial"/>
              </a:defRPr>
            </a:pPr>
            <a:r>
              <a:rPr sz="3075" b="1">
                <a:solidFill>
                  <a:srgbClr val="0B1D38"/>
                </a:solidFill>
                <a:latin typeface="Arial"/>
                <a:ea typeface="Arial"/>
                <a:cs typeface="Arial"/>
              </a:rPr>
              <a:t>Ràng buộc &amp; chất lượng</a:t>
            </a:r>
          </a:p>
        </p:txBody>
      </p:sp>
      <p:sp>
        <p:nvSpPr>
          <p:cNvPr id="28" name="Tự lưu trữ, nhiều provider&#10;DB / AI / workflow bất đồng bộ&#10;Credent">
            <a:extLst xmlns:a="http://schemas.openxmlformats.org/drawingml/2006/main">
              <a:ext uri="{FF2B5EF4-FFF2-40B4-BE49-F238E27FC236}">
                <a16:creationId xmlns:a16="http://schemas.microsoft.com/office/drawing/2014/main" id="{824C9500-FFD9-41CC-BE77-156EEFD28B6F}"/>
              </a:ext>
            </a:extLst>
          </p:cNvPr>
          <p:cNvSpPr>
            <a:spLocks xmlns:a="http://schemas.openxmlformats.org/drawingml/2006/main" noGrp="1"/>
          </p:cNvSpPr>
          <p:nvPr/>
        </p:nvSpPr>
        <p:spPr>
          <a:xfrm xmlns:a="http://schemas.openxmlformats.org/drawingml/2006/main">
            <a:off x="9906000" y="3381375"/>
            <a:ext cx="7334250" cy="438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0">
                <a:solidFill>
                  <a:srgbClr val="0B1D38"/>
                </a:solidFill>
                <a:latin typeface="Arial"/>
                <a:ea typeface="Arial"/>
                <a:cs typeface="Arial"/>
              </a:defRPr>
            </a:pPr>
            <a:r>
              <a:rPr sz="2550" b="0">
                <a:solidFill>
                  <a:srgbClr val="0B1D38"/>
                </a:solidFill>
                <a:latin typeface="Arial"/>
                <a:ea typeface="Arial"/>
                <a:cs typeface="Arial"/>
              </a:rPr>
              <a:t>Tự lưu trữ, nhiều provider</a:t>
            </a:r>
          </a:p>
          <a:p xmlns:a="http://schemas.openxmlformats.org/drawingml/2006/main">
            <a:pPr algn="l">
              <a:defRPr sz="2550" b="0">
                <a:solidFill>
                  <a:srgbClr val="0B1D38"/>
                </a:solidFill>
                <a:latin typeface="Arial"/>
                <a:ea typeface="Arial"/>
                <a:cs typeface="Arial"/>
              </a:defRPr>
            </a:pPr>
            <a:r>
              <a:rPr sz="2550" b="0">
                <a:solidFill>
                  <a:srgbClr val="0B1D38"/>
                </a:solidFill>
                <a:latin typeface="Arial"/>
                <a:ea typeface="Arial"/>
                <a:cs typeface="Arial"/>
              </a:rPr>
              <a:t>DB / AI / workflow bất đồng bộ</a:t>
            </a:r>
          </a:p>
          <a:p xmlns:a="http://schemas.openxmlformats.org/drawingml/2006/main">
            <a:pPr algn="l">
              <a:defRPr sz="2550" b="0">
                <a:solidFill>
                  <a:srgbClr val="0B1D38"/>
                </a:solidFill>
                <a:latin typeface="Arial"/>
                <a:ea typeface="Arial"/>
                <a:cs typeface="Arial"/>
              </a:defRPr>
            </a:pPr>
            <a:r>
              <a:rPr sz="2550" b="0">
                <a:solidFill>
                  <a:srgbClr val="0B1D38"/>
                </a:solidFill>
                <a:latin typeface="Arial"/>
                <a:ea typeface="Arial"/>
                <a:cs typeface="Arial"/>
              </a:rPr>
              <a:t>Credential mã hóa khi lưu</a:t>
            </a:r>
          </a:p>
          <a:p xmlns:a="http://schemas.openxmlformats.org/drawingml/2006/main">
            <a:pPr algn="l">
              <a:defRPr sz="2550" b="0">
                <a:solidFill>
                  <a:srgbClr val="0B1D38"/>
                </a:solidFill>
                <a:latin typeface="Arial"/>
                <a:ea typeface="Arial"/>
                <a:cs typeface="Arial"/>
              </a:defRPr>
            </a:pPr>
            <a:r>
              <a:rPr sz="2550" b="0">
                <a:solidFill>
                  <a:srgbClr val="0B1D38"/>
                </a:solidFill>
                <a:latin typeface="Arial"/>
                <a:ea typeface="Arial"/>
                <a:cs typeface="Arial"/>
              </a:rPr>
              <a:t>Phản hồi rõ tiến độ và lỗi</a:t>
            </a:r>
          </a:p>
          <a:p xmlns:a="http://schemas.openxmlformats.org/drawingml/2006/main">
            <a:pPr algn="l">
              <a:defRPr sz="2550" b="0">
                <a:solidFill>
                  <a:srgbClr val="0B1D38"/>
                </a:solidFill>
                <a:latin typeface="Arial"/>
                <a:ea typeface="Arial"/>
                <a:cs typeface="Arial"/>
              </a:defRPr>
            </a:pPr>
            <a:r>
              <a:rPr sz="2550" b="0">
                <a:solidFill>
                  <a:srgbClr val="0B1D38"/>
                </a:solidFill>
                <a:latin typeface="Arial"/>
                <a:ea typeface="Arial"/>
                <a:cs typeface="Arial"/>
              </a:rPr>
              <a:t>Đề xuất: đo độ trễ, chất lượng dẫn nguồn</a:t>
            </a:r>
          </a:p>
          <a:p xmlns:a="http://schemas.openxmlformats.org/drawingml/2006/main">
            <a:pPr algn="l">
              <a:defRPr sz="2550" b="0">
                <a:solidFill>
                  <a:srgbClr val="0B1D38"/>
                </a:solidFill>
                <a:latin typeface="Arial"/>
                <a:ea typeface="Arial"/>
                <a:cs typeface="Arial"/>
              </a:defRPr>
            </a:pPr>
            <a:r>
              <a:rPr sz="2550" b="0">
                <a:solidFill>
                  <a:srgbClr val="0B1D38"/>
                </a:solidFill>
                <a:latin typeface="Arial"/>
                <a:ea typeface="Arial"/>
                <a:cs typeface="Arial"/>
              </a:rPr>
              <a:t>Đề xuất: kiểm tra phục hồi và sao lưu</a:t>
            </a:r>
          </a:p>
        </p:txBody>
      </p:sp>
      <p:sp>
        <p:nvSpPr>
          <p:cNvPr id="29" name="Auth hiện là password middleware; CORS mở theo mặc định phát triể">
            <a:extLst xmlns:a="http://schemas.openxmlformats.org/drawingml/2006/main">
              <a:ext uri="{FF2B5EF4-FFF2-40B4-BE49-F238E27FC236}">
                <a16:creationId xmlns:a16="http://schemas.microsoft.com/office/drawing/2014/main" id="{B0CB9C24-2D1F-4FFC-932F-07ECEB425B1F}"/>
              </a:ext>
            </a:extLst>
          </p:cNvPr>
          <p:cNvSpPr>
            <a:spLocks xmlns:a="http://schemas.openxmlformats.org/drawingml/2006/main" noGrp="1"/>
          </p:cNvSpPr>
          <p:nvPr/>
        </p:nvSpPr>
        <p:spPr>
          <a:xfrm xmlns:a="http://schemas.openxmlformats.org/drawingml/2006/main">
            <a:off x="1095375" y="869632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8657D"/>
                </a:solidFill>
                <a:latin typeface="Arial"/>
                <a:ea typeface="Arial"/>
                <a:cs typeface="Arial"/>
              </a:defRPr>
            </a:pPr>
            <a:r>
              <a:rPr sz="2025" b="0">
                <a:solidFill>
                  <a:srgbClr val="58657D"/>
                </a:solidFill>
                <a:latin typeface="Arial"/>
                <a:ea typeface="Arial"/>
                <a:cs typeface="Arial"/>
              </a:rPr>
              <a:t>Auth hiện là password middleware; CORS mở theo mặc định phát triển. Đây không phải cam kết an toàn production.</a:t>
            </a:r>
          </a:p>
        </p:txBody>
      </p:sp>
    </p:spTree>
    <p:extLst>
      <p:ext uri="{BB962C8B-B14F-4D97-AF65-F5344CB8AC3E}">
        <p14:creationId xmlns:p14="http://schemas.microsoft.com/office/powerpoint/2010/main" val="1856122589"/>
      </p:ext>
    </p:extLst>
  </p:cSld>
</p:sld>
</file>

<file path=ppt/slides/slide5.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Use case của NotebookE">
            <a:extLst xmlns:a="http://schemas.openxmlformats.org/drawingml/2006/main">
              <a:ext uri="{FF2B5EF4-FFF2-40B4-BE49-F238E27FC236}">
                <a16:creationId xmlns:a16="http://schemas.microsoft.com/office/drawing/2014/main" id="{D812DEB1-D340-4B2B-8E1B-52F7F933E62D}"/>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Use case của NotebookE</a:t>
            </a:r>
          </a:p>
        </p:txBody>
      </p:sp>
      <p:sp>
        <p:nvSpPr>
          <p:cNvPr id="22" name="MÔ HÌNH YÊU CẦU">
            <a:extLst xmlns:a="http://schemas.openxmlformats.org/drawingml/2006/main">
              <a:ext uri="{FF2B5EF4-FFF2-40B4-BE49-F238E27FC236}">
                <a16:creationId xmlns:a16="http://schemas.microsoft.com/office/drawing/2014/main" id="{32BE49FD-844B-4123-97E6-7309FA31B295}"/>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MÔ HÌNH YÊU CẦU</a:t>
            </a:r>
          </a:p>
        </p:txBody>
      </p:sp>
      <p:sp>
        <p:nvSpPr>
          <p:cNvPr id="23" name="NotebookE / Phân tích &amp; thiết kế">
            <a:extLst xmlns:a="http://schemas.openxmlformats.org/drawingml/2006/main">
              <a:ext uri="{FF2B5EF4-FFF2-40B4-BE49-F238E27FC236}">
                <a16:creationId xmlns:a16="http://schemas.microsoft.com/office/drawing/2014/main" id="{6E7AA793-215C-4E44-9D19-2878CA0ECE72}"/>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21 / 20">
            <a:extLst xmlns:a="http://schemas.openxmlformats.org/drawingml/2006/main">
              <a:ext uri="{FF2B5EF4-FFF2-40B4-BE49-F238E27FC236}">
                <a16:creationId xmlns:a16="http://schemas.microsoft.com/office/drawing/2014/main" id="{3CFDB1EF-3BD7-41FC-8B2D-81601DDF042E}"/>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05 / 20</a:t>
            </a:r>
          </a:p>
        </p:txBody>
      </p:sp>
      <p:sp>
        <p:nvSpPr>
          <p:cNvPr id="25" name="">
            <a:extLst xmlns:a="http://schemas.openxmlformats.org/drawingml/2006/main">
              <a:ext uri="{FF2B5EF4-FFF2-40B4-BE49-F238E27FC236}">
                <a16:creationId xmlns:a16="http://schemas.microsoft.com/office/drawing/2014/main" id="{63543D1F-1633-4076-B5C7-F7738A771858}"/>
              </a:ext>
            </a:extLst>
          </p:cNvPr>
          <p:cNvSpPr>
            <a:spLocks xmlns:a="http://schemas.openxmlformats.org/drawingml/2006/main" noGrp="1"/>
          </p:cNvSpPr>
          <p:nvPr/>
        </p:nvSpPr>
        <p:spPr>
          <a:xfrm xmlns:a="http://schemas.openxmlformats.org/drawingml/2006/main">
            <a:off x="4476750" y="2333625"/>
            <a:ext cx="10572750" cy="6096000"/>
          </a:xfrm>
          <a:prstGeom xmlns:a="http://schemas.openxmlformats.org/drawingml/2006/main" prst="rect">
            <a:avLst/>
          </a:prstGeom>
          <a:noFill xmlns:a="http://schemas.openxmlformats.org/drawingml/2006/main"/>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26" name="NotebookE">
            <a:extLst xmlns:a="http://schemas.openxmlformats.org/drawingml/2006/main">
              <a:ext uri="{FF2B5EF4-FFF2-40B4-BE49-F238E27FC236}">
                <a16:creationId xmlns:a16="http://schemas.microsoft.com/office/drawing/2014/main" id="{2F2ECBF7-4235-490F-83D9-496FF30B3552}"/>
              </a:ext>
            </a:extLst>
          </p:cNvPr>
          <p:cNvSpPr>
            <a:spLocks xmlns:a="http://schemas.openxmlformats.org/drawingml/2006/main" noGrp="1"/>
          </p:cNvSpPr>
          <p:nvPr/>
        </p:nvSpPr>
        <p:spPr>
          <a:xfrm xmlns:a="http://schemas.openxmlformats.org/drawingml/2006/main">
            <a:off x="8572500" y="2476500"/>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00" b="1">
                <a:solidFill>
                  <a:srgbClr val="0B1D38"/>
                </a:solidFill>
                <a:latin typeface="Arial"/>
                <a:ea typeface="Arial"/>
                <a:cs typeface="Arial"/>
              </a:defRPr>
            </a:pPr>
            <a:r>
              <a:rPr sz="2400" b="1">
                <a:solidFill>
                  <a:srgbClr val="0B1D38"/>
                </a:solidFill>
                <a:latin typeface="Arial"/>
                <a:ea typeface="Arial"/>
                <a:cs typeface="Arial"/>
              </a:rPr>
              <a:t>NotebookE</a:t>
            </a:r>
          </a:p>
        </p:txBody>
      </p:sp>
      <p:sp>
        <p:nvSpPr>
          <p:cNvPr id="27" name="«actor»&#10;Người nghiên cứu">
            <a:extLst xmlns:a="http://schemas.openxmlformats.org/drawingml/2006/main">
              <a:ext uri="{FF2B5EF4-FFF2-40B4-BE49-F238E27FC236}">
                <a16:creationId xmlns:a16="http://schemas.microsoft.com/office/drawing/2014/main" id="{F7F620BD-EDF7-4822-A9BC-6E7BA84A7A73}"/>
              </a:ext>
            </a:extLst>
          </p:cNvPr>
          <p:cNvSpPr>
            <a:spLocks xmlns:a="http://schemas.openxmlformats.org/drawingml/2006/main" noGrp="1"/>
          </p:cNvSpPr>
          <p:nvPr/>
        </p:nvSpPr>
        <p:spPr>
          <a:xfrm xmlns:a="http://schemas.openxmlformats.org/drawingml/2006/main">
            <a:off x="1047750" y="4333875"/>
            <a:ext cx="2571750" cy="133350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100">
                <a:solidFill>
                  <a:srgbClr val="0B1D38"/>
                </a:solidFill>
                <a:latin typeface="Arial"/>
                <a:ea typeface="Arial"/>
                <a:cs typeface="Arial"/>
              </a:defRPr>
            </a:pPr>
            <a:r>
              <a:rPr sz="2100">
                <a:solidFill>
                  <a:srgbClr val="0B1D38"/>
                </a:solidFill>
                <a:latin typeface="Arial"/>
                <a:ea typeface="Arial"/>
                <a:cs typeface="Arial"/>
              </a:rPr>
              <a:t>«actor»</a:t>
            </a:r>
          </a:p>
          <a:p xmlns:a="http://schemas.openxmlformats.org/drawingml/2006/main">
            <a:pPr algn="ctr">
              <a:defRPr sz="2100">
                <a:solidFill>
                  <a:srgbClr val="0B1D38"/>
                </a:solidFill>
                <a:latin typeface="Arial"/>
                <a:ea typeface="Arial"/>
                <a:cs typeface="Arial"/>
              </a:defRPr>
            </a:pPr>
            <a:r>
              <a:rPr sz="2100">
                <a:solidFill>
                  <a:srgbClr val="0B1D38"/>
                </a:solidFill>
                <a:latin typeface="Arial"/>
                <a:ea typeface="Arial"/>
                <a:cs typeface="Arial"/>
              </a:rPr>
              <a:t>Người nghiên cứu</a:t>
            </a:r>
          </a:p>
        </p:txBody>
      </p:sp>
      <p:sp>
        <p:nvSpPr>
          <p:cNvPr id="28" name="«actor»&#10;Người vận hành">
            <a:extLst xmlns:a="http://schemas.openxmlformats.org/drawingml/2006/main">
              <a:ext uri="{FF2B5EF4-FFF2-40B4-BE49-F238E27FC236}">
                <a16:creationId xmlns:a16="http://schemas.microsoft.com/office/drawing/2014/main" id="{6FE091E9-A3CB-4410-806E-F6AA1EBA9CA0}"/>
              </a:ext>
            </a:extLst>
          </p:cNvPr>
          <p:cNvSpPr>
            <a:spLocks xmlns:a="http://schemas.openxmlformats.org/drawingml/2006/main" noGrp="1"/>
          </p:cNvSpPr>
          <p:nvPr/>
        </p:nvSpPr>
        <p:spPr>
          <a:xfrm xmlns:a="http://schemas.openxmlformats.org/drawingml/2006/main">
            <a:off x="15716250" y="4333875"/>
            <a:ext cx="2095500" cy="133350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0B1D38"/>
                </a:solidFill>
                <a:latin typeface="Arial"/>
                <a:ea typeface="Arial"/>
                <a:cs typeface="Arial"/>
              </a:defRPr>
            </a:pPr>
            <a:r>
              <a:rPr sz="2025">
                <a:solidFill>
                  <a:srgbClr val="0B1D38"/>
                </a:solidFill>
                <a:latin typeface="Arial"/>
                <a:ea typeface="Arial"/>
                <a:cs typeface="Arial"/>
              </a:rPr>
              <a:t>«actor»</a:t>
            </a:r>
          </a:p>
          <a:p xmlns:a="http://schemas.openxmlformats.org/drawingml/2006/main">
            <a:pPr algn="ctr">
              <a:defRPr sz="2025">
                <a:solidFill>
                  <a:srgbClr val="0B1D38"/>
                </a:solidFill>
                <a:latin typeface="Arial"/>
                <a:ea typeface="Arial"/>
                <a:cs typeface="Arial"/>
              </a:defRPr>
            </a:pPr>
            <a:r>
              <a:rPr sz="2025">
                <a:solidFill>
                  <a:srgbClr val="0B1D38"/>
                </a:solidFill>
                <a:latin typeface="Arial"/>
                <a:ea typeface="Arial"/>
                <a:cs typeface="Arial"/>
              </a:rPr>
              <a:t>Người vận hành</a:t>
            </a:r>
          </a:p>
        </p:txBody>
      </p:sp>
      <p:sp>
        <p:nvSpPr>
          <p:cNvPr id="29" name="Quản lý notebook">
            <a:extLst xmlns:a="http://schemas.openxmlformats.org/drawingml/2006/main">
              <a:ext uri="{FF2B5EF4-FFF2-40B4-BE49-F238E27FC236}">
                <a16:creationId xmlns:a16="http://schemas.microsoft.com/office/drawing/2014/main" id="{40C8A63A-E2EE-4ACB-A44E-689B51095337}"/>
              </a:ext>
            </a:extLst>
          </p:cNvPr>
          <p:cNvSpPr>
            <a:spLocks xmlns:a="http://schemas.openxmlformats.org/drawingml/2006/main" noGrp="1"/>
          </p:cNvSpPr>
          <p:nvPr/>
        </p:nvSpPr>
        <p:spPr>
          <a:xfrm xmlns:a="http://schemas.openxmlformats.org/drawingml/2006/main">
            <a:off x="5048250" y="3333750"/>
            <a:ext cx="4095750" cy="952500"/>
          </a:xfrm>
          <a:prstGeom xmlns:a="http://schemas.openxmlformats.org/drawingml/2006/main" prst="ellipse">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175">
                <a:solidFill>
                  <a:srgbClr val="0B1D38"/>
                </a:solidFill>
                <a:latin typeface="Arial"/>
                <a:ea typeface="Arial"/>
                <a:cs typeface="Arial"/>
              </a:defRPr>
            </a:pPr>
            <a:r>
              <a:rPr sz="2175">
                <a:solidFill>
                  <a:srgbClr val="0B1D38"/>
                </a:solidFill>
                <a:latin typeface="Arial"/>
                <a:ea typeface="Arial"/>
                <a:cs typeface="Arial"/>
              </a:rPr>
              <a:t>Quản lý notebook</a:t>
            </a:r>
          </a:p>
        </p:txBody>
      </p:sp>
      <p:sp>
        <p:nvSpPr>
          <p:cNvPr id="30" name="Thêm / xử lý nguồn">
            <a:extLst xmlns:a="http://schemas.openxmlformats.org/drawingml/2006/main">
              <a:ext uri="{FF2B5EF4-FFF2-40B4-BE49-F238E27FC236}">
                <a16:creationId xmlns:a16="http://schemas.microsoft.com/office/drawing/2014/main" id="{88E30882-63DB-44AC-B90D-5061345849C6}"/>
              </a:ext>
            </a:extLst>
          </p:cNvPr>
          <p:cNvSpPr>
            <a:spLocks xmlns:a="http://schemas.openxmlformats.org/drawingml/2006/main" noGrp="1"/>
          </p:cNvSpPr>
          <p:nvPr/>
        </p:nvSpPr>
        <p:spPr>
          <a:xfrm xmlns:a="http://schemas.openxmlformats.org/drawingml/2006/main">
            <a:off x="10287000" y="3333750"/>
            <a:ext cx="4095750" cy="952500"/>
          </a:xfrm>
          <a:prstGeom xmlns:a="http://schemas.openxmlformats.org/drawingml/2006/main" prst="ellipse">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175">
                <a:solidFill>
                  <a:srgbClr val="0B1D38"/>
                </a:solidFill>
                <a:latin typeface="Arial"/>
                <a:ea typeface="Arial"/>
                <a:cs typeface="Arial"/>
              </a:defRPr>
            </a:pPr>
            <a:r>
              <a:rPr sz="2175">
                <a:solidFill>
                  <a:srgbClr val="0B1D38"/>
                </a:solidFill>
                <a:latin typeface="Arial"/>
                <a:ea typeface="Arial"/>
                <a:cs typeface="Arial"/>
              </a:rPr>
              <a:t>Thêm / xử lý nguồn</a:t>
            </a:r>
          </a:p>
        </p:txBody>
      </p:sp>
      <p:sp>
        <p:nvSpPr>
          <p:cNvPr id="31" name="Tìm kiếm &amp; hỏi đáp">
            <a:extLst xmlns:a="http://schemas.openxmlformats.org/drawingml/2006/main">
              <a:ext uri="{FF2B5EF4-FFF2-40B4-BE49-F238E27FC236}">
                <a16:creationId xmlns:a16="http://schemas.microsoft.com/office/drawing/2014/main" id="{B9E6CBF1-710D-454B-B1F5-A1F4AB48084A}"/>
              </a:ext>
            </a:extLst>
          </p:cNvPr>
          <p:cNvSpPr>
            <a:spLocks xmlns:a="http://schemas.openxmlformats.org/drawingml/2006/main" noGrp="1"/>
          </p:cNvSpPr>
          <p:nvPr/>
        </p:nvSpPr>
        <p:spPr>
          <a:xfrm xmlns:a="http://schemas.openxmlformats.org/drawingml/2006/main">
            <a:off x="5048250" y="5143500"/>
            <a:ext cx="4095750" cy="952500"/>
          </a:xfrm>
          <a:prstGeom xmlns:a="http://schemas.openxmlformats.org/drawingml/2006/main" prst="ellipse">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175">
                <a:solidFill>
                  <a:srgbClr val="0B1D38"/>
                </a:solidFill>
                <a:latin typeface="Arial"/>
                <a:ea typeface="Arial"/>
                <a:cs typeface="Arial"/>
              </a:defRPr>
            </a:pPr>
            <a:r>
              <a:rPr sz="2175">
                <a:solidFill>
                  <a:srgbClr val="0B1D38"/>
                </a:solidFill>
                <a:latin typeface="Arial"/>
                <a:ea typeface="Arial"/>
                <a:cs typeface="Arial"/>
              </a:rPr>
              <a:t>Tìm kiếm &amp; hỏi đáp</a:t>
            </a:r>
          </a:p>
        </p:txBody>
      </p:sp>
      <p:sp>
        <p:nvSpPr>
          <p:cNvPr id="32" name="Ghi chú / chuyển đổi">
            <a:extLst xmlns:a="http://schemas.openxmlformats.org/drawingml/2006/main">
              <a:ext uri="{FF2B5EF4-FFF2-40B4-BE49-F238E27FC236}">
                <a16:creationId xmlns:a16="http://schemas.microsoft.com/office/drawing/2014/main" id="{F680D8FB-4201-4B1A-853D-9D2E7BE55427}"/>
              </a:ext>
            </a:extLst>
          </p:cNvPr>
          <p:cNvSpPr>
            <a:spLocks xmlns:a="http://schemas.openxmlformats.org/drawingml/2006/main" noGrp="1"/>
          </p:cNvSpPr>
          <p:nvPr/>
        </p:nvSpPr>
        <p:spPr>
          <a:xfrm xmlns:a="http://schemas.openxmlformats.org/drawingml/2006/main">
            <a:off x="10287000" y="5143500"/>
            <a:ext cx="4095750" cy="952500"/>
          </a:xfrm>
          <a:prstGeom xmlns:a="http://schemas.openxmlformats.org/drawingml/2006/main" prst="ellipse">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175">
                <a:solidFill>
                  <a:srgbClr val="0B1D38"/>
                </a:solidFill>
                <a:latin typeface="Arial"/>
                <a:ea typeface="Arial"/>
                <a:cs typeface="Arial"/>
              </a:defRPr>
            </a:pPr>
            <a:r>
              <a:rPr sz="2175">
                <a:solidFill>
                  <a:srgbClr val="0B1D38"/>
                </a:solidFill>
                <a:latin typeface="Arial"/>
                <a:ea typeface="Arial"/>
                <a:cs typeface="Arial"/>
              </a:rPr>
              <a:t>Ghi chú / chuyển đổi</a:t>
            </a:r>
          </a:p>
        </p:txBody>
      </p:sp>
      <p:sp>
        <p:nvSpPr>
          <p:cNvPr id="33" name="Tạo podcast / video">
            <a:extLst xmlns:a="http://schemas.openxmlformats.org/drawingml/2006/main">
              <a:ext uri="{FF2B5EF4-FFF2-40B4-BE49-F238E27FC236}">
                <a16:creationId xmlns:a16="http://schemas.microsoft.com/office/drawing/2014/main" id="{FDDD9F8B-7F1A-4B05-A760-D73E4A31B383}"/>
              </a:ext>
            </a:extLst>
          </p:cNvPr>
          <p:cNvSpPr>
            <a:spLocks xmlns:a="http://schemas.openxmlformats.org/drawingml/2006/main" noGrp="1"/>
          </p:cNvSpPr>
          <p:nvPr/>
        </p:nvSpPr>
        <p:spPr>
          <a:xfrm xmlns:a="http://schemas.openxmlformats.org/drawingml/2006/main">
            <a:off x="5048250" y="6953250"/>
            <a:ext cx="4095750" cy="952500"/>
          </a:xfrm>
          <a:prstGeom xmlns:a="http://schemas.openxmlformats.org/drawingml/2006/main" prst="ellipse">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175">
                <a:solidFill>
                  <a:srgbClr val="0B1D38"/>
                </a:solidFill>
                <a:latin typeface="Arial"/>
                <a:ea typeface="Arial"/>
                <a:cs typeface="Arial"/>
              </a:defRPr>
            </a:pPr>
            <a:r>
              <a:rPr sz="2175">
                <a:solidFill>
                  <a:srgbClr val="0B1D38"/>
                </a:solidFill>
                <a:latin typeface="Arial"/>
                <a:ea typeface="Arial"/>
                <a:cs typeface="Arial"/>
              </a:rPr>
              <a:t>Tạo podcast / video</a:t>
            </a:r>
          </a:p>
        </p:txBody>
      </p:sp>
      <p:sp>
        <p:nvSpPr>
          <p:cNvPr id="34" name="Cấu hình AI / tác vụ">
            <a:extLst xmlns:a="http://schemas.openxmlformats.org/drawingml/2006/main">
              <a:ext uri="{FF2B5EF4-FFF2-40B4-BE49-F238E27FC236}">
                <a16:creationId xmlns:a16="http://schemas.microsoft.com/office/drawing/2014/main" id="{DAA1898D-3307-420C-AF2D-7027A9A81C89}"/>
              </a:ext>
            </a:extLst>
          </p:cNvPr>
          <p:cNvSpPr>
            <a:spLocks xmlns:a="http://schemas.openxmlformats.org/drawingml/2006/main" noGrp="1"/>
          </p:cNvSpPr>
          <p:nvPr/>
        </p:nvSpPr>
        <p:spPr>
          <a:xfrm xmlns:a="http://schemas.openxmlformats.org/drawingml/2006/main">
            <a:off x="10287000" y="6953250"/>
            <a:ext cx="4095750" cy="952500"/>
          </a:xfrm>
          <a:prstGeom xmlns:a="http://schemas.openxmlformats.org/drawingml/2006/main" prst="ellipse">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175">
                <a:solidFill>
                  <a:srgbClr val="0B1D38"/>
                </a:solidFill>
                <a:latin typeface="Arial"/>
                <a:ea typeface="Arial"/>
                <a:cs typeface="Arial"/>
              </a:defRPr>
            </a:pPr>
            <a:r>
              <a:rPr sz="2175">
                <a:solidFill>
                  <a:srgbClr val="0B1D38"/>
                </a:solidFill>
                <a:latin typeface="Arial"/>
                <a:ea typeface="Arial"/>
                <a:cs typeface="Arial"/>
              </a:rPr>
              <a:t>Cấu hình AI / tác vụ</a:t>
            </a:r>
          </a:p>
        </p:txBody>
      </p:sp>
      <p:cxnSp>
        <p:nvCxnSpPr>
          <p:cNvPr id="64" name=""/>
          <p:cNvCxnSpPr>
            <a:stCxn xmlns:a="http://schemas.openxmlformats.org/drawingml/2006/main" id="27" idx="3"/>
            <a:endCxn xmlns:a="http://schemas.openxmlformats.org/drawingml/2006/main" id="29" idx="2"/>
          </p:cNvCxnSpPr>
          <p:nvPr/>
        </p:nvCxnSpPr>
        <p:spPr>
          <a:xfrm xmlns:a="http://schemas.openxmlformats.org/drawingml/2006/main" flipV="1">
            <a:off x="3619500" y="3810000"/>
            <a:ext cx="1428750" cy="1190625"/>
          </a:xfrm>
          <a:prstGeom xmlns:a="http://schemas.openxmlformats.org/drawingml/2006/main" prst="straightConnector1">
            <a:avLst/>
          </a:prstGeom>
          <a:ln xmlns:a="http://schemas.openxmlformats.org/drawingml/2006/main" w="19050">
            <a:solidFill>
              <a:srgbClr val="0B1D38"/>
            </a:solidFill>
            <a:tailEnd type="none" w="med" len="med"/>
          </a:ln>
        </p:spPr>
      </p:cxnSp>
      <p:cxnSp>
        <p:nvCxnSpPr>
          <p:cNvPr id="65" name=""/>
          <p:cNvCxnSpPr>
            <a:stCxn xmlns:a="http://schemas.openxmlformats.org/drawingml/2006/main" id="27" idx="3"/>
            <a:endCxn xmlns:a="http://schemas.openxmlformats.org/drawingml/2006/main" id="30" idx="2"/>
          </p:cNvCxnSpPr>
          <p:nvPr/>
        </p:nvCxnSpPr>
        <p:spPr>
          <a:xfrm xmlns:a="http://schemas.openxmlformats.org/drawingml/2006/main" flipV="1">
            <a:off x="3619500" y="3810000"/>
            <a:ext cx="6667500" cy="1190625"/>
          </a:xfrm>
          <a:prstGeom xmlns:a="http://schemas.openxmlformats.org/drawingml/2006/main" prst="straightConnector1">
            <a:avLst/>
          </a:prstGeom>
          <a:ln xmlns:a="http://schemas.openxmlformats.org/drawingml/2006/main" w="19050">
            <a:solidFill>
              <a:srgbClr val="0B1D38"/>
            </a:solidFill>
            <a:tailEnd type="none" w="med" len="med"/>
          </a:ln>
        </p:spPr>
      </p:cxnSp>
      <p:cxnSp>
        <p:nvCxnSpPr>
          <p:cNvPr id="66" name=""/>
          <p:cNvCxnSpPr>
            <a:stCxn xmlns:a="http://schemas.openxmlformats.org/drawingml/2006/main" id="27" idx="3"/>
            <a:endCxn xmlns:a="http://schemas.openxmlformats.org/drawingml/2006/main" id="31" idx="2"/>
          </p:cNvCxnSpPr>
          <p:nvPr/>
        </p:nvCxnSpPr>
        <p:spPr>
          <a:xfrm xmlns:a="http://schemas.openxmlformats.org/drawingml/2006/main">
            <a:off x="3619500" y="5000625"/>
            <a:ext cx="1428750" cy="619125"/>
          </a:xfrm>
          <a:prstGeom xmlns:a="http://schemas.openxmlformats.org/drawingml/2006/main" prst="straightConnector1">
            <a:avLst/>
          </a:prstGeom>
          <a:ln xmlns:a="http://schemas.openxmlformats.org/drawingml/2006/main" w="19050">
            <a:solidFill>
              <a:srgbClr val="0B1D38"/>
            </a:solidFill>
            <a:tailEnd type="none" w="med" len="med"/>
          </a:ln>
        </p:spPr>
      </p:cxnSp>
      <p:cxnSp>
        <p:nvCxnSpPr>
          <p:cNvPr id="67" name=""/>
          <p:cNvCxnSpPr>
            <a:stCxn xmlns:a="http://schemas.openxmlformats.org/drawingml/2006/main" id="27" idx="3"/>
            <a:endCxn xmlns:a="http://schemas.openxmlformats.org/drawingml/2006/main" id="32" idx="2"/>
          </p:cNvCxnSpPr>
          <p:nvPr/>
        </p:nvCxnSpPr>
        <p:spPr>
          <a:xfrm xmlns:a="http://schemas.openxmlformats.org/drawingml/2006/main">
            <a:off x="3619500" y="5000625"/>
            <a:ext cx="6667500" cy="619125"/>
          </a:xfrm>
          <a:prstGeom xmlns:a="http://schemas.openxmlformats.org/drawingml/2006/main" prst="straightConnector1">
            <a:avLst/>
          </a:prstGeom>
          <a:ln xmlns:a="http://schemas.openxmlformats.org/drawingml/2006/main" w="19050">
            <a:solidFill>
              <a:srgbClr val="0B1D38"/>
            </a:solidFill>
            <a:tailEnd type="none" w="med" len="med"/>
          </a:ln>
        </p:spPr>
      </p:cxnSp>
      <p:cxnSp>
        <p:nvCxnSpPr>
          <p:cNvPr id="68" name=""/>
          <p:cNvCxnSpPr>
            <a:stCxn xmlns:a="http://schemas.openxmlformats.org/drawingml/2006/main" id="27" idx="3"/>
            <a:endCxn xmlns:a="http://schemas.openxmlformats.org/drawingml/2006/main" id="33" idx="2"/>
          </p:cNvCxnSpPr>
          <p:nvPr/>
        </p:nvCxnSpPr>
        <p:spPr>
          <a:xfrm xmlns:a="http://schemas.openxmlformats.org/drawingml/2006/main">
            <a:off x="3619500" y="5000625"/>
            <a:ext cx="1428750" cy="2428875"/>
          </a:xfrm>
          <a:prstGeom xmlns:a="http://schemas.openxmlformats.org/drawingml/2006/main" prst="straightConnector1">
            <a:avLst/>
          </a:prstGeom>
          <a:ln xmlns:a="http://schemas.openxmlformats.org/drawingml/2006/main" w="19050">
            <a:solidFill>
              <a:srgbClr val="0B1D38"/>
            </a:solidFill>
            <a:tailEnd type="none" w="med" len="med"/>
          </a:ln>
        </p:spPr>
      </p:cxnSp>
      <p:cxnSp>
        <p:nvCxnSpPr>
          <p:cNvPr id="69" name=""/>
          <p:cNvCxnSpPr>
            <a:stCxn xmlns:a="http://schemas.openxmlformats.org/drawingml/2006/main" id="28" idx="1"/>
            <a:endCxn xmlns:a="http://schemas.openxmlformats.org/drawingml/2006/main" id="34" idx="6"/>
          </p:cNvCxnSpPr>
          <p:nvPr/>
        </p:nvCxnSpPr>
        <p:spPr>
          <a:xfrm xmlns:a="http://schemas.openxmlformats.org/drawingml/2006/main" flipH="1">
            <a:off x="14382750" y="5000625"/>
            <a:ext cx="1333500" cy="2428875"/>
          </a:xfrm>
          <a:prstGeom xmlns:a="http://schemas.openxmlformats.org/drawingml/2006/main" prst="straightConnector1">
            <a:avLst/>
          </a:prstGeom>
          <a:ln xmlns:a="http://schemas.openxmlformats.org/drawingml/2006/main" w="19050">
            <a:solidFill>
              <a:srgbClr val="0B1D38"/>
            </a:solidFill>
            <a:tailEnd type="none" w="med" len="med"/>
          </a:ln>
        </p:spPr>
      </p:cxnSp>
      <p:sp>
        <p:nvSpPr>
          <p:cNvPr id="41" name="Actor là vai trò nghiệp vụ, không suy diễn thành cơ chế phân quyề">
            <a:extLst xmlns:a="http://schemas.openxmlformats.org/drawingml/2006/main">
              <a:ext uri="{FF2B5EF4-FFF2-40B4-BE49-F238E27FC236}">
                <a16:creationId xmlns:a16="http://schemas.microsoft.com/office/drawing/2014/main" id="{476BE87B-6B55-4894-A693-76E86D3EEEA2}"/>
              </a:ext>
            </a:extLst>
          </p:cNvPr>
          <p:cNvSpPr>
            <a:spLocks xmlns:a="http://schemas.openxmlformats.org/drawingml/2006/main" noGrp="1"/>
          </p:cNvSpPr>
          <p:nvPr/>
        </p:nvSpPr>
        <p:spPr>
          <a:xfrm xmlns:a="http://schemas.openxmlformats.org/drawingml/2006/main">
            <a:off x="1095375" y="869632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8657D"/>
                </a:solidFill>
                <a:latin typeface="Arial"/>
                <a:ea typeface="Arial"/>
                <a:cs typeface="Arial"/>
              </a:defRPr>
            </a:pPr>
            <a:r>
              <a:rPr sz="2025" b="0">
                <a:solidFill>
                  <a:srgbClr val="58657D"/>
                </a:solidFill>
                <a:latin typeface="Arial"/>
                <a:ea typeface="Arial"/>
                <a:cs typeface="Arial"/>
              </a:rPr>
              <a:t>Actor là vai trò nghiệp vụ, không suy diễn thành cơ chế phân quyền đa người dùng đã triển khai.</a:t>
            </a:r>
          </a:p>
        </p:txBody>
      </p:sp>
    </p:spTree>
    <p:extLst>
      <p:ext uri="{BB962C8B-B14F-4D97-AF65-F5344CB8AC3E}">
        <p14:creationId xmlns:p14="http://schemas.microsoft.com/office/powerpoint/2010/main" val="1856122589"/>
      </p:ext>
    </p:extLst>
  </p:cSld>
</p:sld>
</file>

<file path=ppt/slides/slide6.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Đặc tả UC04: hỏi đáp theo tài liệu">
            <a:extLst xmlns:a="http://schemas.openxmlformats.org/drawingml/2006/main">
              <a:ext uri="{FF2B5EF4-FFF2-40B4-BE49-F238E27FC236}">
                <a16:creationId xmlns:a16="http://schemas.microsoft.com/office/drawing/2014/main" id="{2EF66F97-29B2-4DF0-AFE9-991A1D2C534E}"/>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Đặc tả UC04: hỏi đáp theo tài liệu</a:t>
            </a:r>
          </a:p>
        </p:txBody>
      </p:sp>
      <p:sp>
        <p:nvSpPr>
          <p:cNvPr id="22" name="MÔ HÌNH YÊU CẦU">
            <a:extLst xmlns:a="http://schemas.openxmlformats.org/drawingml/2006/main">
              <a:ext uri="{FF2B5EF4-FFF2-40B4-BE49-F238E27FC236}">
                <a16:creationId xmlns:a16="http://schemas.microsoft.com/office/drawing/2014/main" id="{A1C10AEE-AF8B-42A4-9F18-178E9F4131E6}"/>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MÔ HÌNH YÊU CẦU</a:t>
            </a:r>
          </a:p>
        </p:txBody>
      </p:sp>
      <p:sp>
        <p:nvSpPr>
          <p:cNvPr id="23" name="NotebookE / Phân tích &amp; thiết kế">
            <a:extLst xmlns:a="http://schemas.openxmlformats.org/drawingml/2006/main">
              <a:ext uri="{FF2B5EF4-FFF2-40B4-BE49-F238E27FC236}">
                <a16:creationId xmlns:a16="http://schemas.microsoft.com/office/drawing/2014/main" id="{42BDA3F2-3CEC-4D33-A863-DBCB4427D05D}"/>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06 / 20">
            <a:extLst xmlns:a="http://schemas.openxmlformats.org/drawingml/2006/main">
              <a:ext uri="{FF2B5EF4-FFF2-40B4-BE49-F238E27FC236}">
                <a16:creationId xmlns:a16="http://schemas.microsoft.com/office/drawing/2014/main" id="{53A61EFC-4588-4D24-A5AD-75D439750D0A}"/>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06 / 20</a:t>
            </a:r>
          </a:p>
        </p:txBody>
      </p:sp>
      <p:sp>
        <p:nvSpPr>
          <p:cNvPr id="25" name="">
            <a:extLst xmlns:a="http://schemas.openxmlformats.org/drawingml/2006/main">
              <a:ext uri="{FF2B5EF4-FFF2-40B4-BE49-F238E27FC236}">
                <a16:creationId xmlns:a16="http://schemas.microsoft.com/office/drawing/2014/main" id="{5F493A0A-02D1-4FE3-A12D-4F13EAF888BA}"/>
              </a:ext>
            </a:extLst>
          </p:cNvPr>
          <p:cNvSpPr>
            <a:spLocks xmlns:a="http://schemas.openxmlformats.org/drawingml/2006/main" noGrp="1"/>
          </p:cNvSpPr>
          <p:nvPr/>
        </p:nvSpPr>
        <p:spPr>
          <a:xfrm xmlns:a="http://schemas.openxmlformats.org/drawingml/2006/main">
            <a:off x="1047750" y="2667000"/>
            <a:ext cx="4857750" cy="4953000"/>
          </a:xfrm>
          <a:prstGeom xmlns:a="http://schemas.openxmlformats.org/drawingml/2006/main" prst="roundRect">
            <a:avLst>
              <a:gd name="adj" fmla="val 1569"/>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26" name="TRƯỚC">
            <a:extLst xmlns:a="http://schemas.openxmlformats.org/drawingml/2006/main">
              <a:ext uri="{FF2B5EF4-FFF2-40B4-BE49-F238E27FC236}">
                <a16:creationId xmlns:a16="http://schemas.microsoft.com/office/drawing/2014/main" id="{D2B014AB-E01E-4E56-A0EC-CC4FD78CA761}"/>
              </a:ext>
            </a:extLst>
          </p:cNvPr>
          <p:cNvSpPr>
            <a:spLocks xmlns:a="http://schemas.openxmlformats.org/drawingml/2006/main" noGrp="1"/>
          </p:cNvSpPr>
          <p:nvPr/>
        </p:nvSpPr>
        <p:spPr>
          <a:xfrm xmlns:a="http://schemas.openxmlformats.org/drawingml/2006/main">
            <a:off x="1333500" y="290512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75" b="1">
                <a:solidFill>
                  <a:srgbClr val="A2ADD9"/>
                </a:solidFill>
                <a:latin typeface="Arial"/>
                <a:ea typeface="Arial"/>
                <a:cs typeface="Arial"/>
              </a:defRPr>
            </a:pPr>
            <a:r>
              <a:rPr sz="4275" b="1">
                <a:solidFill>
                  <a:srgbClr val="A2ADD9"/>
                </a:solidFill>
                <a:latin typeface="Arial"/>
                <a:ea typeface="Arial"/>
                <a:cs typeface="Arial"/>
              </a:rPr>
              <a:t>TRƯỚC</a:t>
            </a:r>
          </a:p>
        </p:txBody>
      </p:sp>
      <p:sp>
        <p:nvSpPr>
          <p:cNvPr id="27" name="Có nguồn và mô hình">
            <a:extLst xmlns:a="http://schemas.openxmlformats.org/drawingml/2006/main">
              <a:ext uri="{FF2B5EF4-FFF2-40B4-BE49-F238E27FC236}">
                <a16:creationId xmlns:a16="http://schemas.microsoft.com/office/drawing/2014/main" id="{2F026E8F-1F77-4C4F-A3E1-9D6F06796723}"/>
              </a:ext>
            </a:extLst>
          </p:cNvPr>
          <p:cNvSpPr>
            <a:spLocks xmlns:a="http://schemas.openxmlformats.org/drawingml/2006/main" noGrp="1"/>
          </p:cNvSpPr>
          <p:nvPr/>
        </p:nvSpPr>
        <p:spPr>
          <a:xfrm xmlns:a="http://schemas.openxmlformats.org/drawingml/2006/main">
            <a:off x="1333500" y="37623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B1D38"/>
                </a:solidFill>
                <a:latin typeface="Arial"/>
                <a:ea typeface="Arial"/>
                <a:cs typeface="Arial"/>
              </a:defRPr>
            </a:pPr>
            <a:r>
              <a:rPr sz="2700" b="1">
                <a:solidFill>
                  <a:srgbClr val="0B1D38"/>
                </a:solidFill>
                <a:latin typeface="Arial"/>
                <a:ea typeface="Arial"/>
                <a:cs typeface="Arial"/>
              </a:rPr>
              <a:t>Có nguồn và mô hình</a:t>
            </a:r>
          </a:p>
        </p:txBody>
      </p:sp>
      <p:sp>
        <p:nvSpPr>
          <p:cNvPr id="28" name="Nguồn đã xử lý, có chỉ mục&#10;Cấu hình AI hợp lệ&#10;Người dùng nhập câu">
            <a:extLst xmlns:a="http://schemas.openxmlformats.org/drawingml/2006/main">
              <a:ext uri="{FF2B5EF4-FFF2-40B4-BE49-F238E27FC236}">
                <a16:creationId xmlns:a16="http://schemas.microsoft.com/office/drawing/2014/main" id="{3DB7EA77-2E9B-4281-B993-DF8F3007DE25}"/>
              </a:ext>
            </a:extLst>
          </p:cNvPr>
          <p:cNvSpPr>
            <a:spLocks xmlns:a="http://schemas.openxmlformats.org/drawingml/2006/main" noGrp="1"/>
          </p:cNvSpPr>
          <p:nvPr/>
        </p:nvSpPr>
        <p:spPr>
          <a:xfrm xmlns:a="http://schemas.openxmlformats.org/drawingml/2006/main">
            <a:off x="1333500" y="4953000"/>
            <a:ext cx="4286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Nguồn đã xử lý, có chỉ mục</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Cấu hình AI hợp lệ</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Người dùng nhập câu hỏi</a:t>
            </a:r>
          </a:p>
        </p:txBody>
      </p:sp>
      <p:sp>
        <p:nvSpPr>
          <p:cNvPr id="29" name="">
            <a:extLst xmlns:a="http://schemas.openxmlformats.org/drawingml/2006/main">
              <a:ext uri="{FF2B5EF4-FFF2-40B4-BE49-F238E27FC236}">
                <a16:creationId xmlns:a16="http://schemas.microsoft.com/office/drawing/2014/main" id="{895A436E-A560-409D-98FA-B0D6DAEDF254}"/>
              </a:ext>
            </a:extLst>
          </p:cNvPr>
          <p:cNvSpPr>
            <a:spLocks xmlns:a="http://schemas.openxmlformats.org/drawingml/2006/main" noGrp="1"/>
          </p:cNvSpPr>
          <p:nvPr/>
        </p:nvSpPr>
        <p:spPr>
          <a:xfrm xmlns:a="http://schemas.openxmlformats.org/drawingml/2006/main">
            <a:off x="6715125" y="2667000"/>
            <a:ext cx="4857750" cy="4953000"/>
          </a:xfrm>
          <a:prstGeom xmlns:a="http://schemas.openxmlformats.org/drawingml/2006/main" prst="roundRect">
            <a:avLst>
              <a:gd name="adj" fmla="val 1569"/>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0" name="LUỒNG">
            <a:extLst xmlns:a="http://schemas.openxmlformats.org/drawingml/2006/main">
              <a:ext uri="{FF2B5EF4-FFF2-40B4-BE49-F238E27FC236}">
                <a16:creationId xmlns:a16="http://schemas.microsoft.com/office/drawing/2014/main" id="{728909F8-5431-47CC-ACFC-72F8113B8903}"/>
              </a:ext>
            </a:extLst>
          </p:cNvPr>
          <p:cNvSpPr>
            <a:spLocks xmlns:a="http://schemas.openxmlformats.org/drawingml/2006/main" noGrp="1"/>
          </p:cNvSpPr>
          <p:nvPr/>
        </p:nvSpPr>
        <p:spPr>
          <a:xfrm xmlns:a="http://schemas.openxmlformats.org/drawingml/2006/main">
            <a:off x="7000875" y="290512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75" b="1">
                <a:solidFill>
                  <a:srgbClr val="A2ADD9"/>
                </a:solidFill>
                <a:latin typeface="Arial"/>
                <a:ea typeface="Arial"/>
                <a:cs typeface="Arial"/>
              </a:defRPr>
            </a:pPr>
            <a:r>
              <a:rPr sz="4275" b="1">
                <a:solidFill>
                  <a:srgbClr val="A2ADD9"/>
                </a:solidFill>
                <a:latin typeface="Arial"/>
                <a:ea typeface="Arial"/>
                <a:cs typeface="Arial"/>
              </a:rPr>
              <a:t>LUỒNG</a:t>
            </a:r>
          </a:p>
        </p:txBody>
      </p:sp>
      <p:sp>
        <p:nvSpPr>
          <p:cNvPr id="31" name="Truy xuất rồi tổng hợp">
            <a:extLst xmlns:a="http://schemas.openxmlformats.org/drawingml/2006/main">
              <a:ext uri="{FF2B5EF4-FFF2-40B4-BE49-F238E27FC236}">
                <a16:creationId xmlns:a16="http://schemas.microsoft.com/office/drawing/2014/main" id="{DC02B370-96E4-4401-A383-E96C9AA52B94}"/>
              </a:ext>
            </a:extLst>
          </p:cNvPr>
          <p:cNvSpPr>
            <a:spLocks xmlns:a="http://schemas.openxmlformats.org/drawingml/2006/main" noGrp="1"/>
          </p:cNvSpPr>
          <p:nvPr/>
        </p:nvSpPr>
        <p:spPr>
          <a:xfrm xmlns:a="http://schemas.openxmlformats.org/drawingml/2006/main">
            <a:off x="7000875" y="37623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B1D38"/>
                </a:solidFill>
                <a:latin typeface="Arial"/>
                <a:ea typeface="Arial"/>
                <a:cs typeface="Arial"/>
              </a:defRPr>
            </a:pPr>
            <a:r>
              <a:rPr sz="2700" b="1">
                <a:solidFill>
                  <a:srgbClr val="0B1D38"/>
                </a:solidFill>
                <a:latin typeface="Arial"/>
                <a:ea typeface="Arial"/>
                <a:cs typeface="Arial"/>
              </a:rPr>
              <a:t>Truy xuất rồi tổng hợp</a:t>
            </a:r>
          </a:p>
        </p:txBody>
      </p:sp>
      <p:sp>
        <p:nvSpPr>
          <p:cNvPr id="32" name="Lập chiến lược truy vấn&#10;Truy xuất các đoạn liên quan&#10;Trả lời từng">
            <a:extLst xmlns:a="http://schemas.openxmlformats.org/drawingml/2006/main">
              <a:ext uri="{FF2B5EF4-FFF2-40B4-BE49-F238E27FC236}">
                <a16:creationId xmlns:a16="http://schemas.microsoft.com/office/drawing/2014/main" id="{19834B5D-859A-4E55-904E-A94558A37047}"/>
              </a:ext>
            </a:extLst>
          </p:cNvPr>
          <p:cNvSpPr>
            <a:spLocks xmlns:a="http://schemas.openxmlformats.org/drawingml/2006/main" noGrp="1"/>
          </p:cNvSpPr>
          <p:nvPr/>
        </p:nvSpPr>
        <p:spPr>
          <a:xfrm xmlns:a="http://schemas.openxmlformats.org/drawingml/2006/main">
            <a:off x="7000875" y="4953000"/>
            <a:ext cx="4286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Lập chiến lược truy vấn</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Truy xuất các đoạn liên quan</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Trả lời từng câu hỏi con</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Tổng hợp, truyền kết quả</a:t>
            </a:r>
          </a:p>
        </p:txBody>
      </p:sp>
      <p:sp>
        <p:nvSpPr>
          <p:cNvPr id="33" name="">
            <a:extLst xmlns:a="http://schemas.openxmlformats.org/drawingml/2006/main">
              <a:ext uri="{FF2B5EF4-FFF2-40B4-BE49-F238E27FC236}">
                <a16:creationId xmlns:a16="http://schemas.microsoft.com/office/drawing/2014/main" id="{D61A335B-C62B-4A98-BC3A-E9F94030D192}"/>
              </a:ext>
            </a:extLst>
          </p:cNvPr>
          <p:cNvSpPr>
            <a:spLocks xmlns:a="http://schemas.openxmlformats.org/drawingml/2006/main" noGrp="1"/>
          </p:cNvSpPr>
          <p:nvPr/>
        </p:nvSpPr>
        <p:spPr>
          <a:xfrm xmlns:a="http://schemas.openxmlformats.org/drawingml/2006/main">
            <a:off x="12382500" y="2667000"/>
            <a:ext cx="4857750" cy="4953000"/>
          </a:xfrm>
          <a:prstGeom xmlns:a="http://schemas.openxmlformats.org/drawingml/2006/main" prst="roundRect">
            <a:avLst>
              <a:gd name="adj" fmla="val 1569"/>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4" name="SAU / LỖI">
            <a:extLst xmlns:a="http://schemas.openxmlformats.org/drawingml/2006/main">
              <a:ext uri="{FF2B5EF4-FFF2-40B4-BE49-F238E27FC236}">
                <a16:creationId xmlns:a16="http://schemas.microsoft.com/office/drawing/2014/main" id="{03E93AA1-683B-4721-93D6-D2C3F14075BA}"/>
              </a:ext>
            </a:extLst>
          </p:cNvPr>
          <p:cNvSpPr>
            <a:spLocks xmlns:a="http://schemas.openxmlformats.org/drawingml/2006/main" noGrp="1"/>
          </p:cNvSpPr>
          <p:nvPr/>
        </p:nvSpPr>
        <p:spPr>
          <a:xfrm xmlns:a="http://schemas.openxmlformats.org/drawingml/2006/main">
            <a:off x="12668250" y="290512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75" b="1">
                <a:solidFill>
                  <a:srgbClr val="A2ADD9"/>
                </a:solidFill>
                <a:latin typeface="Arial"/>
                <a:ea typeface="Arial"/>
                <a:cs typeface="Arial"/>
              </a:defRPr>
            </a:pPr>
            <a:r>
              <a:rPr sz="4275" b="1">
                <a:solidFill>
                  <a:srgbClr val="A2ADD9"/>
                </a:solidFill>
                <a:latin typeface="Arial"/>
                <a:ea typeface="Arial"/>
                <a:cs typeface="Arial"/>
              </a:rPr>
              <a:t>SAU / LỖI</a:t>
            </a:r>
          </a:p>
        </p:txBody>
      </p:sp>
      <p:sp>
        <p:nvSpPr>
          <p:cNvPr id="35" name="Kết quả theo bằng chứng">
            <a:extLst xmlns:a="http://schemas.openxmlformats.org/drawingml/2006/main">
              <a:ext uri="{FF2B5EF4-FFF2-40B4-BE49-F238E27FC236}">
                <a16:creationId xmlns:a16="http://schemas.microsoft.com/office/drawing/2014/main" id="{37C3581C-B09F-4818-85AF-636D7606FD2E}"/>
              </a:ext>
            </a:extLst>
          </p:cNvPr>
          <p:cNvSpPr>
            <a:spLocks xmlns:a="http://schemas.openxmlformats.org/drawingml/2006/main" noGrp="1"/>
          </p:cNvSpPr>
          <p:nvPr/>
        </p:nvSpPr>
        <p:spPr>
          <a:xfrm xmlns:a="http://schemas.openxmlformats.org/drawingml/2006/main">
            <a:off x="12668250" y="37623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B1D38"/>
                </a:solidFill>
                <a:latin typeface="Arial"/>
                <a:ea typeface="Arial"/>
                <a:cs typeface="Arial"/>
              </a:defRPr>
            </a:pPr>
            <a:r>
              <a:rPr sz="2700" b="1">
                <a:solidFill>
                  <a:srgbClr val="0B1D38"/>
                </a:solidFill>
                <a:latin typeface="Arial"/>
                <a:ea typeface="Arial"/>
                <a:cs typeface="Arial"/>
              </a:rPr>
              <a:t>Kết quả theo bằng chứng</a:t>
            </a:r>
          </a:p>
        </p:txBody>
      </p:sp>
      <p:sp>
        <p:nvSpPr>
          <p:cNvPr id="36" name="Nhận câu trả lời và nguồn&#10;Thiếu ngữ cảnh: thông báo&#10;Provider lỗi:">
            <a:extLst xmlns:a="http://schemas.openxmlformats.org/drawingml/2006/main">
              <a:ext uri="{FF2B5EF4-FFF2-40B4-BE49-F238E27FC236}">
                <a16:creationId xmlns:a16="http://schemas.microsoft.com/office/drawing/2014/main" id="{585EC216-DF85-4C54-A830-7D408AA5623F}"/>
              </a:ext>
            </a:extLst>
          </p:cNvPr>
          <p:cNvSpPr>
            <a:spLocks xmlns:a="http://schemas.openxmlformats.org/drawingml/2006/main" noGrp="1"/>
          </p:cNvSpPr>
          <p:nvPr/>
        </p:nvSpPr>
        <p:spPr>
          <a:xfrm xmlns:a="http://schemas.openxmlformats.org/drawingml/2006/main">
            <a:off x="12668250" y="4953000"/>
            <a:ext cx="4286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Nhận câu trả lời và nguồn</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Thiếu ngữ cảnh: thông báo</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Provider lỗi: hiển thị lỗi</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Cho phép người dùng thử lại</a:t>
            </a:r>
          </a:p>
        </p:txBody>
      </p:sp>
      <p:sp>
        <p:nvSpPr>
          <p:cNvPr id="37" name="Phân biệt luồng chính, điều kiện trước/sau và ngoại lệ; không coi">
            <a:extLst xmlns:a="http://schemas.openxmlformats.org/drawingml/2006/main">
              <a:ext uri="{FF2B5EF4-FFF2-40B4-BE49-F238E27FC236}">
                <a16:creationId xmlns:a16="http://schemas.microsoft.com/office/drawing/2014/main" id="{1B4325E2-FA7A-4D51-8E4B-CF44D4BAFE21}"/>
              </a:ext>
            </a:extLst>
          </p:cNvPr>
          <p:cNvSpPr>
            <a:spLocks xmlns:a="http://schemas.openxmlformats.org/drawingml/2006/main" noGrp="1"/>
          </p:cNvSpPr>
          <p:nvPr/>
        </p:nvSpPr>
        <p:spPr>
          <a:xfrm xmlns:a="http://schemas.openxmlformats.org/drawingml/2006/main">
            <a:off x="1095375" y="869632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8657D"/>
                </a:solidFill>
                <a:latin typeface="Arial"/>
                <a:ea typeface="Arial"/>
                <a:cs typeface="Arial"/>
              </a:defRPr>
            </a:pPr>
            <a:r>
              <a:rPr sz="2025" b="0">
                <a:solidFill>
                  <a:srgbClr val="58657D"/>
                </a:solidFill>
                <a:latin typeface="Arial"/>
                <a:ea typeface="Arial"/>
                <a:cs typeface="Arial"/>
              </a:rPr>
              <a:t>Phân biệt luồng chính, điều kiện trước/sau và ngoại lệ; không coi “AI luôn trả lời đúng” là yêu cầu đã đạt.</a:t>
            </a:r>
          </a:p>
        </p:txBody>
      </p:sp>
    </p:spTree>
    <p:extLst>
      <p:ext uri="{BB962C8B-B14F-4D97-AF65-F5344CB8AC3E}">
        <p14:creationId xmlns:p14="http://schemas.microsoft.com/office/powerpoint/2010/main" val="1856122589"/>
      </p:ext>
    </p:extLst>
  </p:cSld>
</p:sld>
</file>

<file path=ppt/slides/slide7.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DFD mức ngữ cảnh">
            <a:extLst xmlns:a="http://schemas.openxmlformats.org/drawingml/2006/main">
              <a:ext uri="{FF2B5EF4-FFF2-40B4-BE49-F238E27FC236}">
                <a16:creationId xmlns:a16="http://schemas.microsoft.com/office/drawing/2014/main" id="{F095F949-7CB7-4202-A373-42716F4C250B}"/>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DFD mức ngữ cảnh</a:t>
            </a:r>
          </a:p>
        </p:txBody>
      </p:sp>
      <p:sp>
        <p:nvSpPr>
          <p:cNvPr id="22" name="DFD">
            <a:extLst xmlns:a="http://schemas.openxmlformats.org/drawingml/2006/main">
              <a:ext uri="{FF2B5EF4-FFF2-40B4-BE49-F238E27FC236}">
                <a16:creationId xmlns:a16="http://schemas.microsoft.com/office/drawing/2014/main" id="{044EB221-BF6F-44A7-8FBF-9829723B0286}"/>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DFD</a:t>
            </a:r>
          </a:p>
        </p:txBody>
      </p:sp>
      <p:sp>
        <p:nvSpPr>
          <p:cNvPr id="23" name="NotebookE / Phân tích &amp; thiết kế">
            <a:extLst xmlns:a="http://schemas.openxmlformats.org/drawingml/2006/main">
              <a:ext uri="{FF2B5EF4-FFF2-40B4-BE49-F238E27FC236}">
                <a16:creationId xmlns:a16="http://schemas.microsoft.com/office/drawing/2014/main" id="{C435E4B7-133B-4262-A691-11EF028CC60D}"/>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21 / 20">
            <a:extLst xmlns:a="http://schemas.openxmlformats.org/drawingml/2006/main">
              <a:ext uri="{FF2B5EF4-FFF2-40B4-BE49-F238E27FC236}">
                <a16:creationId xmlns:a16="http://schemas.microsoft.com/office/drawing/2014/main" id="{82CFF59C-3FCE-4E95-890C-E736207AC0D3}"/>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07 / 20</a:t>
            </a:r>
          </a:p>
        </p:txBody>
      </p:sp>
      <p:sp>
        <p:nvSpPr>
          <p:cNvPr id="25" name="Người dùng">
            <a:extLst xmlns:a="http://schemas.openxmlformats.org/drawingml/2006/main">
              <a:ext uri="{FF2B5EF4-FFF2-40B4-BE49-F238E27FC236}">
                <a16:creationId xmlns:a16="http://schemas.microsoft.com/office/drawing/2014/main" id="{0B06238F-A200-4C8A-A6C0-9950867720D3}"/>
              </a:ext>
            </a:extLst>
          </p:cNvPr>
          <p:cNvSpPr>
            <a:spLocks xmlns:a="http://schemas.openxmlformats.org/drawingml/2006/main" noGrp="1"/>
          </p:cNvSpPr>
          <p:nvPr/>
        </p:nvSpPr>
        <p:spPr>
          <a:xfrm xmlns:a="http://schemas.openxmlformats.org/drawingml/2006/main">
            <a:off x="1047750" y="3714750"/>
            <a:ext cx="2857500" cy="14287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Người dùng</a:t>
            </a:r>
          </a:p>
        </p:txBody>
      </p:sp>
      <p:sp>
        <p:nvSpPr>
          <p:cNvPr id="26" name="0. NotebookE">
            <a:extLst xmlns:a="http://schemas.openxmlformats.org/drawingml/2006/main">
              <a:ext uri="{FF2B5EF4-FFF2-40B4-BE49-F238E27FC236}">
                <a16:creationId xmlns:a16="http://schemas.microsoft.com/office/drawing/2014/main" id="{6DE03441-0798-4AFE-8E9E-77E961BA78BC}"/>
              </a:ext>
            </a:extLst>
          </p:cNvPr>
          <p:cNvSpPr>
            <a:spLocks xmlns:a="http://schemas.openxmlformats.org/drawingml/2006/main" noGrp="1"/>
          </p:cNvSpPr>
          <p:nvPr/>
        </p:nvSpPr>
        <p:spPr>
          <a:xfrm xmlns:a="http://schemas.openxmlformats.org/drawingml/2006/main">
            <a:off x="7096125" y="3571875"/>
            <a:ext cx="4000500" cy="1714500"/>
          </a:xfrm>
          <a:prstGeom xmlns:a="http://schemas.openxmlformats.org/drawingml/2006/main" prst="roundRect">
            <a:avLst>
              <a:gd name="adj" fmla="val 4444"/>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0. NotebookE</a:t>
            </a:r>
          </a:p>
        </p:txBody>
      </p:sp>
      <p:sp>
        <p:nvSpPr>
          <p:cNvPr id="27" name="Dịch vụ AI">
            <a:extLst xmlns:a="http://schemas.openxmlformats.org/drawingml/2006/main">
              <a:ext uri="{FF2B5EF4-FFF2-40B4-BE49-F238E27FC236}">
                <a16:creationId xmlns:a16="http://schemas.microsoft.com/office/drawing/2014/main" id="{8FB7D0F2-FB3E-40F3-B671-6379621EF6B0}"/>
              </a:ext>
            </a:extLst>
          </p:cNvPr>
          <p:cNvSpPr>
            <a:spLocks xmlns:a="http://schemas.openxmlformats.org/drawingml/2006/main" noGrp="1"/>
          </p:cNvSpPr>
          <p:nvPr/>
        </p:nvSpPr>
        <p:spPr>
          <a:xfrm xmlns:a="http://schemas.openxmlformats.org/drawingml/2006/main">
            <a:off x="14382750" y="3714750"/>
            <a:ext cx="2857500" cy="14287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Dịch vụ AI</a:t>
            </a:r>
          </a:p>
        </p:txBody>
      </p:sp>
      <p:sp>
        <p:nvSpPr>
          <p:cNvPr id="28" name="Người vận hành">
            <a:extLst xmlns:a="http://schemas.openxmlformats.org/drawingml/2006/main">
              <a:ext uri="{FF2B5EF4-FFF2-40B4-BE49-F238E27FC236}">
                <a16:creationId xmlns:a16="http://schemas.microsoft.com/office/drawing/2014/main" id="{3BAB3E62-C0C3-4DAA-89E6-407B34F0DA05}"/>
              </a:ext>
            </a:extLst>
          </p:cNvPr>
          <p:cNvSpPr>
            <a:spLocks xmlns:a="http://schemas.openxmlformats.org/drawingml/2006/main" noGrp="1"/>
          </p:cNvSpPr>
          <p:nvPr/>
        </p:nvSpPr>
        <p:spPr>
          <a:xfrm xmlns:a="http://schemas.openxmlformats.org/drawingml/2006/main">
            <a:off x="7239000" y="7334250"/>
            <a:ext cx="38100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Người vận hành</a:t>
            </a:r>
          </a:p>
        </p:txBody>
      </p:sp>
      <p:sp>
        <p:nvSpPr>
          <p:cNvPr id="29" name="">
            <a:extLst xmlns:a="http://schemas.openxmlformats.org/drawingml/2006/main">
              <a:ext uri="{FF2B5EF4-FFF2-40B4-BE49-F238E27FC236}">
                <a16:creationId xmlns:a16="http://schemas.microsoft.com/office/drawing/2014/main" id="{C7D32B7D-DFED-4A81-9BA2-A442736D5012}"/>
              </a:ext>
            </a:extLst>
          </p:cNvPr>
          <p:cNvSpPr>
            <a:spLocks xmlns:a="http://schemas.openxmlformats.org/drawingml/2006/main" noGrp="1"/>
          </p:cNvSpPr>
          <p:nvPr/>
        </p:nvSpPr>
        <p:spPr>
          <a:xfrm xmlns:a="http://schemas.openxmlformats.org/drawingml/2006/main">
            <a:off x="3905250" y="40481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30" name="">
            <a:extLst xmlns:a="http://schemas.openxmlformats.org/drawingml/2006/main">
              <a:ext uri="{FF2B5EF4-FFF2-40B4-BE49-F238E27FC236}">
                <a16:creationId xmlns:a16="http://schemas.microsoft.com/office/drawing/2014/main" id="{0AD022F8-260A-4362-BB5C-D4F96476331A}"/>
              </a:ext>
            </a:extLst>
          </p:cNvPr>
          <p:cNvSpPr>
            <a:spLocks xmlns:a="http://schemas.openxmlformats.org/drawingml/2006/main" noGrp="1"/>
          </p:cNvSpPr>
          <p:nvPr/>
        </p:nvSpPr>
        <p:spPr>
          <a:xfrm xmlns:a="http://schemas.openxmlformats.org/drawingml/2006/main">
            <a:off x="7096125" y="40481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68" name=""/>
          <p:cNvCxnSpPr>
            <a:stCxn xmlns:a="http://schemas.openxmlformats.org/drawingml/2006/main" id="29" idx="3"/>
            <a:endCxn xmlns:a="http://schemas.openxmlformats.org/drawingml/2006/main" id="30" idx="1"/>
          </p:cNvCxnSpPr>
          <p:nvPr/>
        </p:nvCxnSpPr>
        <p:spPr>
          <a:xfrm xmlns:a="http://schemas.openxmlformats.org/drawingml/2006/main">
            <a:off x="3914775" y="4052888"/>
            <a:ext cx="3181350"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2" name="Tài liệu, câu hỏi,&#10;yêu cầu nội dung">
            <a:extLst xmlns:a="http://schemas.openxmlformats.org/drawingml/2006/main">
              <a:ext uri="{FF2B5EF4-FFF2-40B4-BE49-F238E27FC236}">
                <a16:creationId xmlns:a16="http://schemas.microsoft.com/office/drawing/2014/main" id="{1DC8ADFD-71CA-4EF0-BE37-5FC995DDD571}"/>
              </a:ext>
            </a:extLst>
          </p:cNvPr>
          <p:cNvSpPr>
            <a:spLocks xmlns:a="http://schemas.openxmlformats.org/drawingml/2006/main" noGrp="1"/>
          </p:cNvSpPr>
          <p:nvPr/>
        </p:nvSpPr>
        <p:spPr>
          <a:xfrm xmlns:a="http://schemas.openxmlformats.org/drawingml/2006/main">
            <a:off x="4000500" y="2905125"/>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Tài liệu, câu hỏi,</a:t>
            </a:r>
          </a:p>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yêu cầu nội dung</a:t>
            </a:r>
          </a:p>
        </p:txBody>
      </p:sp>
      <p:sp>
        <p:nvSpPr>
          <p:cNvPr id="33" name="">
            <a:extLst xmlns:a="http://schemas.openxmlformats.org/drawingml/2006/main">
              <a:ext uri="{FF2B5EF4-FFF2-40B4-BE49-F238E27FC236}">
                <a16:creationId xmlns:a16="http://schemas.microsoft.com/office/drawing/2014/main" id="{33D39451-E33C-40D6-83D8-B7F80EF1E309}"/>
              </a:ext>
            </a:extLst>
          </p:cNvPr>
          <p:cNvSpPr>
            <a:spLocks xmlns:a="http://schemas.openxmlformats.org/drawingml/2006/main" noGrp="1"/>
          </p:cNvSpPr>
          <p:nvPr/>
        </p:nvSpPr>
        <p:spPr>
          <a:xfrm xmlns:a="http://schemas.openxmlformats.org/drawingml/2006/main">
            <a:off x="7096125" y="48577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34" name="">
            <a:extLst xmlns:a="http://schemas.openxmlformats.org/drawingml/2006/main">
              <a:ext uri="{FF2B5EF4-FFF2-40B4-BE49-F238E27FC236}">
                <a16:creationId xmlns:a16="http://schemas.microsoft.com/office/drawing/2014/main" id="{0FDEDE1D-C626-49A6-82FF-EE0C61A48DEA}"/>
              </a:ext>
            </a:extLst>
          </p:cNvPr>
          <p:cNvSpPr>
            <a:spLocks xmlns:a="http://schemas.openxmlformats.org/drawingml/2006/main" noGrp="1"/>
          </p:cNvSpPr>
          <p:nvPr/>
        </p:nvSpPr>
        <p:spPr>
          <a:xfrm xmlns:a="http://schemas.openxmlformats.org/drawingml/2006/main">
            <a:off x="3905250" y="48577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72" name=""/>
          <p:cNvCxnSpPr>
            <a:stCxn xmlns:a="http://schemas.openxmlformats.org/drawingml/2006/main" id="33" idx="3"/>
            <a:endCxn xmlns:a="http://schemas.openxmlformats.org/drawingml/2006/main" id="34" idx="1"/>
          </p:cNvCxnSpPr>
          <p:nvPr/>
        </p:nvCxnSpPr>
        <p:spPr>
          <a:xfrm xmlns:a="http://schemas.openxmlformats.org/drawingml/2006/main" flipH="1">
            <a:off x="3905250" y="4862513"/>
            <a:ext cx="3200400"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6" name="Kết quả, nội dung,&#10;trạng thái">
            <a:extLst xmlns:a="http://schemas.openxmlformats.org/drawingml/2006/main">
              <a:ext uri="{FF2B5EF4-FFF2-40B4-BE49-F238E27FC236}">
                <a16:creationId xmlns:a16="http://schemas.microsoft.com/office/drawing/2014/main" id="{ED674B41-8649-4DB4-B9B8-494B31FAD715}"/>
              </a:ext>
            </a:extLst>
          </p:cNvPr>
          <p:cNvSpPr>
            <a:spLocks xmlns:a="http://schemas.openxmlformats.org/drawingml/2006/main" noGrp="1"/>
          </p:cNvSpPr>
          <p:nvPr/>
        </p:nvSpPr>
        <p:spPr>
          <a:xfrm xmlns:a="http://schemas.openxmlformats.org/drawingml/2006/main">
            <a:off x="4000500" y="5191125"/>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Kết quả, nội dung,</a:t>
            </a:r>
          </a:p>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trạng thái</a:t>
            </a:r>
          </a:p>
        </p:txBody>
      </p:sp>
      <p:sp>
        <p:nvSpPr>
          <p:cNvPr id="37" name="">
            <a:extLst xmlns:a="http://schemas.openxmlformats.org/drawingml/2006/main">
              <a:ext uri="{FF2B5EF4-FFF2-40B4-BE49-F238E27FC236}">
                <a16:creationId xmlns:a16="http://schemas.microsoft.com/office/drawing/2014/main" id="{5AC1322C-E339-4BA2-B7A4-D47C864B1E30}"/>
              </a:ext>
            </a:extLst>
          </p:cNvPr>
          <p:cNvSpPr>
            <a:spLocks xmlns:a="http://schemas.openxmlformats.org/drawingml/2006/main" noGrp="1"/>
          </p:cNvSpPr>
          <p:nvPr/>
        </p:nvSpPr>
        <p:spPr>
          <a:xfrm xmlns:a="http://schemas.openxmlformats.org/drawingml/2006/main">
            <a:off x="11096625" y="40481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38" name="">
            <a:extLst xmlns:a="http://schemas.openxmlformats.org/drawingml/2006/main">
              <a:ext uri="{FF2B5EF4-FFF2-40B4-BE49-F238E27FC236}">
                <a16:creationId xmlns:a16="http://schemas.microsoft.com/office/drawing/2014/main" id="{1F9B9062-AE77-4AD0-BBE0-D6CF5E83139D}"/>
              </a:ext>
            </a:extLst>
          </p:cNvPr>
          <p:cNvSpPr>
            <a:spLocks xmlns:a="http://schemas.openxmlformats.org/drawingml/2006/main" noGrp="1"/>
          </p:cNvSpPr>
          <p:nvPr/>
        </p:nvSpPr>
        <p:spPr>
          <a:xfrm xmlns:a="http://schemas.openxmlformats.org/drawingml/2006/main">
            <a:off x="14382750" y="40481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76" name=""/>
          <p:cNvCxnSpPr>
            <a:stCxn xmlns:a="http://schemas.openxmlformats.org/drawingml/2006/main" id="37" idx="3"/>
            <a:endCxn xmlns:a="http://schemas.openxmlformats.org/drawingml/2006/main" id="38" idx="1"/>
          </p:cNvCxnSpPr>
          <p:nvPr/>
        </p:nvCxnSpPr>
        <p:spPr>
          <a:xfrm xmlns:a="http://schemas.openxmlformats.org/drawingml/2006/main">
            <a:off x="11106150" y="4052888"/>
            <a:ext cx="3276600"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40" name="Prompt, ngữ cảnh,&#10;cấu hình mô hình">
            <a:extLst xmlns:a="http://schemas.openxmlformats.org/drawingml/2006/main">
              <a:ext uri="{FF2B5EF4-FFF2-40B4-BE49-F238E27FC236}">
                <a16:creationId xmlns:a16="http://schemas.microsoft.com/office/drawing/2014/main" id="{B5A7063C-9229-45E7-AB76-CDF5C4391BC7}"/>
              </a:ext>
            </a:extLst>
          </p:cNvPr>
          <p:cNvSpPr>
            <a:spLocks xmlns:a="http://schemas.openxmlformats.org/drawingml/2006/main" noGrp="1"/>
          </p:cNvSpPr>
          <p:nvPr/>
        </p:nvSpPr>
        <p:spPr>
          <a:xfrm xmlns:a="http://schemas.openxmlformats.org/drawingml/2006/main">
            <a:off x="11239500" y="290512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Prompt, ngữ cảnh,</a:t>
            </a:r>
          </a:p>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cấu hình mô hình</a:t>
            </a:r>
          </a:p>
        </p:txBody>
      </p:sp>
      <p:sp>
        <p:nvSpPr>
          <p:cNvPr id="41" name="">
            <a:extLst xmlns:a="http://schemas.openxmlformats.org/drawingml/2006/main">
              <a:ext uri="{FF2B5EF4-FFF2-40B4-BE49-F238E27FC236}">
                <a16:creationId xmlns:a16="http://schemas.microsoft.com/office/drawing/2014/main" id="{1F16ACB4-DCDB-4437-B4F2-36FA51918227}"/>
              </a:ext>
            </a:extLst>
          </p:cNvPr>
          <p:cNvSpPr>
            <a:spLocks xmlns:a="http://schemas.openxmlformats.org/drawingml/2006/main" noGrp="1"/>
          </p:cNvSpPr>
          <p:nvPr/>
        </p:nvSpPr>
        <p:spPr>
          <a:xfrm xmlns:a="http://schemas.openxmlformats.org/drawingml/2006/main">
            <a:off x="14382750" y="48577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42" name="">
            <a:extLst xmlns:a="http://schemas.openxmlformats.org/drawingml/2006/main">
              <a:ext uri="{FF2B5EF4-FFF2-40B4-BE49-F238E27FC236}">
                <a16:creationId xmlns:a16="http://schemas.microsoft.com/office/drawing/2014/main" id="{6643276E-6976-4682-AD5D-12FA0EEAC91B}"/>
              </a:ext>
            </a:extLst>
          </p:cNvPr>
          <p:cNvSpPr>
            <a:spLocks xmlns:a="http://schemas.openxmlformats.org/drawingml/2006/main" noGrp="1"/>
          </p:cNvSpPr>
          <p:nvPr/>
        </p:nvSpPr>
        <p:spPr>
          <a:xfrm xmlns:a="http://schemas.openxmlformats.org/drawingml/2006/main">
            <a:off x="11096625" y="48577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80" name=""/>
          <p:cNvCxnSpPr>
            <a:stCxn xmlns:a="http://schemas.openxmlformats.org/drawingml/2006/main" id="41" idx="3"/>
            <a:endCxn xmlns:a="http://schemas.openxmlformats.org/drawingml/2006/main" id="42" idx="1"/>
          </p:cNvCxnSpPr>
          <p:nvPr/>
        </p:nvCxnSpPr>
        <p:spPr>
          <a:xfrm xmlns:a="http://schemas.openxmlformats.org/drawingml/2006/main" flipH="1">
            <a:off x="11096625" y="4862513"/>
            <a:ext cx="3295650"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44" name="Văn bản, vector,&#10;âm thanh, ảnh">
            <a:extLst xmlns:a="http://schemas.openxmlformats.org/drawingml/2006/main">
              <a:ext uri="{FF2B5EF4-FFF2-40B4-BE49-F238E27FC236}">
                <a16:creationId xmlns:a16="http://schemas.microsoft.com/office/drawing/2014/main" id="{946280B3-981C-4AA2-A859-B9F4CC97A878}"/>
              </a:ext>
            </a:extLst>
          </p:cNvPr>
          <p:cNvSpPr>
            <a:spLocks xmlns:a="http://schemas.openxmlformats.org/drawingml/2006/main" noGrp="1"/>
          </p:cNvSpPr>
          <p:nvPr/>
        </p:nvSpPr>
        <p:spPr>
          <a:xfrm xmlns:a="http://schemas.openxmlformats.org/drawingml/2006/main">
            <a:off x="11239500" y="519112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Văn bản, vector,</a:t>
            </a:r>
          </a:p>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âm thanh, ảnh</a:t>
            </a:r>
          </a:p>
        </p:txBody>
      </p:sp>
      <p:sp>
        <p:nvSpPr>
          <p:cNvPr id="45" name="">
            <a:extLst xmlns:a="http://schemas.openxmlformats.org/drawingml/2006/main">
              <a:ext uri="{FF2B5EF4-FFF2-40B4-BE49-F238E27FC236}">
                <a16:creationId xmlns:a16="http://schemas.microsoft.com/office/drawing/2014/main" id="{48DD3C4F-4E5D-4212-B499-1FEAE20D0345}"/>
              </a:ext>
            </a:extLst>
          </p:cNvPr>
          <p:cNvSpPr>
            <a:spLocks xmlns:a="http://schemas.openxmlformats.org/drawingml/2006/main" noGrp="1"/>
          </p:cNvSpPr>
          <p:nvPr/>
        </p:nvSpPr>
        <p:spPr>
          <a:xfrm xmlns:a="http://schemas.openxmlformats.org/drawingml/2006/main">
            <a:off x="9144000" y="73342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46" name="">
            <a:extLst xmlns:a="http://schemas.openxmlformats.org/drawingml/2006/main">
              <a:ext uri="{FF2B5EF4-FFF2-40B4-BE49-F238E27FC236}">
                <a16:creationId xmlns:a16="http://schemas.microsoft.com/office/drawing/2014/main" id="{064FA98A-10A3-41D8-A63A-4AD4B401802A}"/>
              </a:ext>
            </a:extLst>
          </p:cNvPr>
          <p:cNvSpPr>
            <a:spLocks xmlns:a="http://schemas.openxmlformats.org/drawingml/2006/main" noGrp="1"/>
          </p:cNvSpPr>
          <p:nvPr/>
        </p:nvSpPr>
        <p:spPr>
          <a:xfrm xmlns:a="http://schemas.openxmlformats.org/drawingml/2006/main">
            <a:off x="9144000" y="528637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84" name=""/>
          <p:cNvCxnSpPr>
            <a:stCxn xmlns:a="http://schemas.openxmlformats.org/drawingml/2006/main" id="45" idx="3"/>
            <a:endCxn xmlns:a="http://schemas.openxmlformats.org/drawingml/2006/main" id="46" idx="1"/>
          </p:cNvCxnSpPr>
          <p:nvPr/>
        </p:nvCxnSpPr>
        <p:spPr>
          <a:xfrm xmlns:a="http://schemas.openxmlformats.org/drawingml/2006/main" flipH="1" flipV="1">
            <a:off x="9144000" y="5291138"/>
            <a:ext cx="9525" cy="2047875"/>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48" name="Cấu hình hệ thống">
            <a:extLst xmlns:a="http://schemas.openxmlformats.org/drawingml/2006/main">
              <a:ext uri="{FF2B5EF4-FFF2-40B4-BE49-F238E27FC236}">
                <a16:creationId xmlns:a16="http://schemas.microsoft.com/office/drawing/2014/main" id="{6F873CC8-BA04-4D04-B619-79653B0BC3EC}"/>
              </a:ext>
            </a:extLst>
          </p:cNvPr>
          <p:cNvSpPr>
            <a:spLocks xmlns:a="http://schemas.openxmlformats.org/drawingml/2006/main" noGrp="1"/>
          </p:cNvSpPr>
          <p:nvPr/>
        </p:nvSpPr>
        <p:spPr>
          <a:xfrm xmlns:a="http://schemas.openxmlformats.org/drawingml/2006/main">
            <a:off x="9334500" y="64293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Cấu hình hệ thống</a:t>
            </a:r>
          </a:p>
        </p:txBody>
      </p:sp>
      <p:sp>
        <p:nvSpPr>
          <p:cNvPr id="49" name="Tác nhân ngoài biên hệ thống; hai mũi tên riêng thể hiện rõ chiều">
            <a:extLst xmlns:a="http://schemas.openxmlformats.org/drawingml/2006/main">
              <a:ext uri="{FF2B5EF4-FFF2-40B4-BE49-F238E27FC236}">
                <a16:creationId xmlns:a16="http://schemas.microsoft.com/office/drawing/2014/main" id="{A69EEA2C-8038-4DE2-9AF8-CBEF93A20255}"/>
              </a:ext>
            </a:extLst>
          </p:cNvPr>
          <p:cNvSpPr>
            <a:spLocks xmlns:a="http://schemas.openxmlformats.org/drawingml/2006/main" noGrp="1"/>
          </p:cNvSpPr>
          <p:nvPr/>
        </p:nvSpPr>
        <p:spPr>
          <a:xfrm xmlns:a="http://schemas.openxmlformats.org/drawingml/2006/main">
            <a:off x="1095375" y="869632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8657D"/>
                </a:solidFill>
                <a:latin typeface="Arial"/>
                <a:ea typeface="Arial"/>
                <a:cs typeface="Arial"/>
              </a:defRPr>
            </a:pPr>
            <a:r>
              <a:rPr sz="2025" b="0">
                <a:solidFill>
                  <a:srgbClr val="58657D"/>
                </a:solidFill>
                <a:latin typeface="Arial"/>
                <a:ea typeface="Arial"/>
                <a:cs typeface="Arial"/>
              </a:rPr>
              <a:t>Tác nhân ngoài biên hệ thống; hai mũi tên riêng thể hiện rõ chiều vào / ra.</a:t>
            </a:r>
          </a:p>
        </p:txBody>
      </p:sp>
    </p:spTree>
    <p:extLst>
      <p:ext uri="{BB962C8B-B14F-4D97-AF65-F5344CB8AC3E}">
        <p14:creationId xmlns:p14="http://schemas.microsoft.com/office/powerpoint/2010/main" val="1856122589"/>
      </p:ext>
    </p:extLst>
  </p:cSld>
</p:sld>
</file>

<file path=ppt/slides/slide8.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DFD mức 1: bốn tiến trình chính">
            <a:extLst xmlns:a="http://schemas.openxmlformats.org/drawingml/2006/main">
              <a:ext uri="{FF2B5EF4-FFF2-40B4-BE49-F238E27FC236}">
                <a16:creationId xmlns:a16="http://schemas.microsoft.com/office/drawing/2014/main" id="{8F193CC0-78C8-4B7D-93BE-FBB91BC71A60}"/>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DFD mức 1: bốn tiến trình chính</a:t>
            </a:r>
          </a:p>
        </p:txBody>
      </p:sp>
      <p:sp>
        <p:nvSpPr>
          <p:cNvPr id="22" name="DFD">
            <a:extLst xmlns:a="http://schemas.openxmlformats.org/drawingml/2006/main">
              <a:ext uri="{FF2B5EF4-FFF2-40B4-BE49-F238E27FC236}">
                <a16:creationId xmlns:a16="http://schemas.microsoft.com/office/drawing/2014/main" id="{BDC6C4DD-C352-482C-A40F-C21D6AAFF298}"/>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DFD</a:t>
            </a:r>
          </a:p>
        </p:txBody>
      </p:sp>
      <p:sp>
        <p:nvSpPr>
          <p:cNvPr id="23" name="NotebookE / Phân tích &amp; thiết kế">
            <a:extLst xmlns:a="http://schemas.openxmlformats.org/drawingml/2006/main">
              <a:ext uri="{FF2B5EF4-FFF2-40B4-BE49-F238E27FC236}">
                <a16:creationId xmlns:a16="http://schemas.microsoft.com/office/drawing/2014/main" id="{C9E3A547-C868-4468-9E24-D8288862BB52}"/>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21 / 20">
            <a:extLst xmlns:a="http://schemas.openxmlformats.org/drawingml/2006/main">
              <a:ext uri="{FF2B5EF4-FFF2-40B4-BE49-F238E27FC236}">
                <a16:creationId xmlns:a16="http://schemas.microsoft.com/office/drawing/2014/main" id="{18AD6750-E3B9-4551-9D3B-46CD6DC36491}"/>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08 / 20</a:t>
            </a:r>
          </a:p>
        </p:txBody>
      </p:sp>
      <p:sp>
        <p:nvSpPr>
          <p:cNvPr id="25" name="Người dùng">
            <a:extLst xmlns:a="http://schemas.openxmlformats.org/drawingml/2006/main">
              <a:ext uri="{FF2B5EF4-FFF2-40B4-BE49-F238E27FC236}">
                <a16:creationId xmlns:a16="http://schemas.microsoft.com/office/drawing/2014/main" id="{4F79C4FA-4FA6-4FCC-B75B-177AB994A8A0}"/>
              </a:ext>
            </a:extLst>
          </p:cNvPr>
          <p:cNvSpPr>
            <a:spLocks xmlns:a="http://schemas.openxmlformats.org/drawingml/2006/main" noGrp="1"/>
          </p:cNvSpPr>
          <p:nvPr/>
        </p:nvSpPr>
        <p:spPr>
          <a:xfrm xmlns:a="http://schemas.openxmlformats.org/drawingml/2006/main">
            <a:off x="1047750" y="2667000"/>
            <a:ext cx="2381250" cy="809625"/>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0B1D38"/>
                </a:solidFill>
                <a:latin typeface="Arial"/>
                <a:ea typeface="Arial"/>
                <a:cs typeface="Arial"/>
              </a:defRPr>
            </a:pPr>
            <a:r>
              <a:rPr sz="2025">
                <a:solidFill>
                  <a:srgbClr val="0B1D38"/>
                </a:solidFill>
                <a:latin typeface="Arial"/>
                <a:ea typeface="Arial"/>
                <a:cs typeface="Arial"/>
              </a:rPr>
              <a:t>Người dùng</a:t>
            </a:r>
          </a:p>
        </p:txBody>
      </p:sp>
      <p:sp>
        <p:nvSpPr>
          <p:cNvPr id="26" name="1.0 Quản lý nguồn">
            <a:extLst xmlns:a="http://schemas.openxmlformats.org/drawingml/2006/main">
              <a:ext uri="{FF2B5EF4-FFF2-40B4-BE49-F238E27FC236}">
                <a16:creationId xmlns:a16="http://schemas.microsoft.com/office/drawing/2014/main" id="{18443E31-9EE4-44B7-AB7E-20251E3390C7}"/>
              </a:ext>
            </a:extLst>
          </p:cNvPr>
          <p:cNvSpPr>
            <a:spLocks xmlns:a="http://schemas.openxmlformats.org/drawingml/2006/main" noGrp="1"/>
          </p:cNvSpPr>
          <p:nvPr/>
        </p:nvSpPr>
        <p:spPr>
          <a:xfrm xmlns:a="http://schemas.openxmlformats.org/drawingml/2006/main">
            <a:off x="5715000" y="2667000"/>
            <a:ext cx="4095750" cy="809625"/>
          </a:xfrm>
          <a:prstGeom xmlns:a="http://schemas.openxmlformats.org/drawingml/2006/main" prst="roundRect">
            <a:avLst>
              <a:gd name="adj" fmla="val 9412"/>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175">
                <a:solidFill>
                  <a:srgbClr val="0B1D38"/>
                </a:solidFill>
                <a:latin typeface="Arial"/>
                <a:ea typeface="Arial"/>
                <a:cs typeface="Arial"/>
              </a:defRPr>
            </a:pPr>
            <a:r>
              <a:rPr sz="2175">
                <a:solidFill>
                  <a:srgbClr val="0B1D38"/>
                </a:solidFill>
                <a:latin typeface="Arial"/>
                <a:ea typeface="Arial"/>
                <a:cs typeface="Arial"/>
              </a:rPr>
              <a:t>1.0 Quản lý nguồn</a:t>
            </a:r>
          </a:p>
        </p:txBody>
      </p:sp>
      <p:sp>
        <p:nvSpPr>
          <p:cNvPr id="27" name="K1 Nguồn / chỉ mục">
            <a:extLst xmlns:a="http://schemas.openxmlformats.org/drawingml/2006/main">
              <a:ext uri="{FF2B5EF4-FFF2-40B4-BE49-F238E27FC236}">
                <a16:creationId xmlns:a16="http://schemas.microsoft.com/office/drawing/2014/main" id="{8580284C-BFC5-4E1A-B7DE-58A38F77EF03}"/>
              </a:ext>
            </a:extLst>
          </p:cNvPr>
          <p:cNvSpPr>
            <a:spLocks xmlns:a="http://schemas.openxmlformats.org/drawingml/2006/main" noGrp="1"/>
          </p:cNvSpPr>
          <p:nvPr/>
        </p:nvSpPr>
        <p:spPr>
          <a:xfrm xmlns:a="http://schemas.openxmlformats.org/drawingml/2006/main">
            <a:off x="12858750" y="2667000"/>
            <a:ext cx="4381500" cy="762000"/>
          </a:xfrm>
          <a:prstGeom xmlns:a="http://schemas.openxmlformats.org/drawingml/2006/main" prst="rect">
            <a:avLst/>
          </a:prstGeom>
          <a:solidFill xmlns:a="http://schemas.openxmlformats.org/drawingml/2006/main">
            <a:srgbClr val="EDF0F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0B1D38"/>
                </a:solidFill>
                <a:latin typeface="Arial"/>
                <a:ea typeface="Arial"/>
                <a:cs typeface="Arial"/>
              </a:defRPr>
            </a:pPr>
            <a:r>
              <a:rPr sz="2025">
                <a:solidFill>
                  <a:srgbClr val="0B1D38"/>
                </a:solidFill>
                <a:latin typeface="Arial"/>
                <a:ea typeface="Arial"/>
                <a:cs typeface="Arial"/>
              </a:rPr>
              <a:t>K1 Nguồn / chỉ mục</a:t>
            </a:r>
          </a:p>
        </p:txBody>
      </p:sp>
      <p:sp>
        <p:nvSpPr>
          <p:cNvPr id="28" name="">
            <a:extLst xmlns:a="http://schemas.openxmlformats.org/drawingml/2006/main">
              <a:ext uri="{FF2B5EF4-FFF2-40B4-BE49-F238E27FC236}">
                <a16:creationId xmlns:a16="http://schemas.microsoft.com/office/drawing/2014/main" id="{F9363A9B-0FAB-4CCE-A471-72B0AD3D78ED}"/>
              </a:ext>
            </a:extLst>
          </p:cNvPr>
          <p:cNvSpPr>
            <a:spLocks xmlns:a="http://schemas.openxmlformats.org/drawingml/2006/main" noGrp="1"/>
          </p:cNvSpPr>
          <p:nvPr/>
        </p:nvSpPr>
        <p:spPr>
          <a:xfrm xmlns:a="http://schemas.openxmlformats.org/drawingml/2006/main">
            <a:off x="12858750" y="2667000"/>
            <a:ext cx="4381500" cy="19050"/>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56EC78EF-8E3E-45CD-80A8-384BD73F5E20}"/>
              </a:ext>
            </a:extLst>
          </p:cNvPr>
          <p:cNvSpPr>
            <a:spLocks xmlns:a="http://schemas.openxmlformats.org/drawingml/2006/main" noGrp="1"/>
          </p:cNvSpPr>
          <p:nvPr/>
        </p:nvSpPr>
        <p:spPr>
          <a:xfrm xmlns:a="http://schemas.openxmlformats.org/drawingml/2006/main">
            <a:off x="12858750" y="3429000"/>
            <a:ext cx="4381500" cy="19050"/>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ED7BA364-4918-4689-AF74-52469C6AEF57}"/>
              </a:ext>
            </a:extLst>
          </p:cNvPr>
          <p:cNvSpPr>
            <a:spLocks xmlns:a="http://schemas.openxmlformats.org/drawingml/2006/main" noGrp="1"/>
          </p:cNvSpPr>
          <p:nvPr/>
        </p:nvSpPr>
        <p:spPr>
          <a:xfrm xmlns:a="http://schemas.openxmlformats.org/drawingml/2006/main">
            <a:off x="3429000" y="28384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31" name="">
            <a:extLst xmlns:a="http://schemas.openxmlformats.org/drawingml/2006/main">
              <a:ext uri="{FF2B5EF4-FFF2-40B4-BE49-F238E27FC236}">
                <a16:creationId xmlns:a16="http://schemas.microsoft.com/office/drawing/2014/main" id="{F603A353-46E8-402C-8A7F-0F3FBC4AFE61}"/>
              </a:ext>
            </a:extLst>
          </p:cNvPr>
          <p:cNvSpPr>
            <a:spLocks xmlns:a="http://schemas.openxmlformats.org/drawingml/2006/main" noGrp="1"/>
          </p:cNvSpPr>
          <p:nvPr/>
        </p:nvSpPr>
        <p:spPr>
          <a:xfrm xmlns:a="http://schemas.openxmlformats.org/drawingml/2006/main">
            <a:off x="5715000" y="28384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29" name=""/>
          <p:cNvCxnSpPr>
            <a:stCxn xmlns:a="http://schemas.openxmlformats.org/drawingml/2006/main" id="30" idx="3"/>
            <a:endCxn xmlns:a="http://schemas.openxmlformats.org/drawingml/2006/main" id="31" idx="1"/>
          </p:cNvCxnSpPr>
          <p:nvPr/>
        </p:nvCxnSpPr>
        <p:spPr>
          <a:xfrm xmlns:a="http://schemas.openxmlformats.org/drawingml/2006/main">
            <a:off x="3438525" y="2843213"/>
            <a:ext cx="227647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3" name="Tài liệu">
            <a:extLst xmlns:a="http://schemas.openxmlformats.org/drawingml/2006/main">
              <a:ext uri="{FF2B5EF4-FFF2-40B4-BE49-F238E27FC236}">
                <a16:creationId xmlns:a16="http://schemas.microsoft.com/office/drawing/2014/main" id="{D3C35CD4-E3B3-425C-8D0F-6B9692856367}"/>
              </a:ext>
            </a:extLst>
          </p:cNvPr>
          <p:cNvSpPr>
            <a:spLocks xmlns:a="http://schemas.openxmlformats.org/drawingml/2006/main" noGrp="1"/>
          </p:cNvSpPr>
          <p:nvPr/>
        </p:nvSpPr>
        <p:spPr>
          <a:xfrm xmlns:a="http://schemas.openxmlformats.org/drawingml/2006/main">
            <a:off x="3476625" y="23336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Tài liệu</a:t>
            </a:r>
          </a:p>
        </p:txBody>
      </p:sp>
      <p:sp>
        <p:nvSpPr>
          <p:cNvPr id="34" name="">
            <a:extLst xmlns:a="http://schemas.openxmlformats.org/drawingml/2006/main">
              <a:ext uri="{FF2B5EF4-FFF2-40B4-BE49-F238E27FC236}">
                <a16:creationId xmlns:a16="http://schemas.microsoft.com/office/drawing/2014/main" id="{962F58EB-3EB9-4275-8E3F-A93F933DC612}"/>
              </a:ext>
            </a:extLst>
          </p:cNvPr>
          <p:cNvSpPr>
            <a:spLocks xmlns:a="http://schemas.openxmlformats.org/drawingml/2006/main" noGrp="1"/>
          </p:cNvSpPr>
          <p:nvPr/>
        </p:nvSpPr>
        <p:spPr>
          <a:xfrm xmlns:a="http://schemas.openxmlformats.org/drawingml/2006/main">
            <a:off x="5715000" y="326707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35" name="">
            <a:extLst xmlns:a="http://schemas.openxmlformats.org/drawingml/2006/main">
              <a:ext uri="{FF2B5EF4-FFF2-40B4-BE49-F238E27FC236}">
                <a16:creationId xmlns:a16="http://schemas.microsoft.com/office/drawing/2014/main" id="{D43048E1-B1C7-4491-8850-74A88FAB4DE4}"/>
              </a:ext>
            </a:extLst>
          </p:cNvPr>
          <p:cNvSpPr>
            <a:spLocks xmlns:a="http://schemas.openxmlformats.org/drawingml/2006/main" noGrp="1"/>
          </p:cNvSpPr>
          <p:nvPr/>
        </p:nvSpPr>
        <p:spPr>
          <a:xfrm xmlns:a="http://schemas.openxmlformats.org/drawingml/2006/main">
            <a:off x="3429000" y="326707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33" name=""/>
          <p:cNvCxnSpPr>
            <a:stCxn xmlns:a="http://schemas.openxmlformats.org/drawingml/2006/main" id="34" idx="3"/>
            <a:endCxn xmlns:a="http://schemas.openxmlformats.org/drawingml/2006/main" id="35" idx="1"/>
          </p:cNvCxnSpPr>
          <p:nvPr/>
        </p:nvCxnSpPr>
        <p:spPr>
          <a:xfrm xmlns:a="http://schemas.openxmlformats.org/drawingml/2006/main" flipH="1">
            <a:off x="3429000" y="3271838"/>
            <a:ext cx="229552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7" name="Trạng thái / mã nguồn">
            <a:extLst xmlns:a="http://schemas.openxmlformats.org/drawingml/2006/main">
              <a:ext uri="{FF2B5EF4-FFF2-40B4-BE49-F238E27FC236}">
                <a16:creationId xmlns:a16="http://schemas.microsoft.com/office/drawing/2014/main" id="{98949760-0286-48E3-9905-72B5EF222F7F}"/>
              </a:ext>
            </a:extLst>
          </p:cNvPr>
          <p:cNvSpPr>
            <a:spLocks xmlns:a="http://schemas.openxmlformats.org/drawingml/2006/main" noGrp="1"/>
          </p:cNvSpPr>
          <p:nvPr/>
        </p:nvSpPr>
        <p:spPr>
          <a:xfrm xmlns:a="http://schemas.openxmlformats.org/drawingml/2006/main">
            <a:off x="3476625" y="33623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Mã / trạng thái</a:t>
            </a:r>
          </a:p>
        </p:txBody>
      </p:sp>
      <p:sp>
        <p:nvSpPr>
          <p:cNvPr id="38" name="">
            <a:extLst xmlns:a="http://schemas.openxmlformats.org/drawingml/2006/main">
              <a:ext uri="{FF2B5EF4-FFF2-40B4-BE49-F238E27FC236}">
                <a16:creationId xmlns:a16="http://schemas.microsoft.com/office/drawing/2014/main" id="{F07AD68B-69F6-43A7-AB88-457917CA8586}"/>
              </a:ext>
            </a:extLst>
          </p:cNvPr>
          <p:cNvSpPr>
            <a:spLocks xmlns:a="http://schemas.openxmlformats.org/drawingml/2006/main" noGrp="1"/>
          </p:cNvSpPr>
          <p:nvPr/>
        </p:nvSpPr>
        <p:spPr>
          <a:xfrm xmlns:a="http://schemas.openxmlformats.org/drawingml/2006/main">
            <a:off x="9810750" y="28384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39" name="">
            <a:extLst xmlns:a="http://schemas.openxmlformats.org/drawingml/2006/main">
              <a:ext uri="{FF2B5EF4-FFF2-40B4-BE49-F238E27FC236}">
                <a16:creationId xmlns:a16="http://schemas.microsoft.com/office/drawing/2014/main" id="{BF399642-014F-44AC-B0EB-C9C3DC89C825}"/>
              </a:ext>
            </a:extLst>
          </p:cNvPr>
          <p:cNvSpPr>
            <a:spLocks xmlns:a="http://schemas.openxmlformats.org/drawingml/2006/main" noGrp="1"/>
          </p:cNvSpPr>
          <p:nvPr/>
        </p:nvSpPr>
        <p:spPr>
          <a:xfrm xmlns:a="http://schemas.openxmlformats.org/drawingml/2006/main">
            <a:off x="12858750" y="28384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37" name=""/>
          <p:cNvCxnSpPr>
            <a:stCxn xmlns:a="http://schemas.openxmlformats.org/drawingml/2006/main" id="38" idx="3"/>
            <a:endCxn xmlns:a="http://schemas.openxmlformats.org/drawingml/2006/main" id="39" idx="1"/>
          </p:cNvCxnSpPr>
          <p:nvPr/>
        </p:nvCxnSpPr>
        <p:spPr>
          <a:xfrm xmlns:a="http://schemas.openxmlformats.org/drawingml/2006/main">
            <a:off x="9820275" y="2843213"/>
            <a:ext cx="303847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41" name="Nội dung / vector">
            <a:extLst xmlns:a="http://schemas.openxmlformats.org/drawingml/2006/main">
              <a:ext uri="{FF2B5EF4-FFF2-40B4-BE49-F238E27FC236}">
                <a16:creationId xmlns:a16="http://schemas.microsoft.com/office/drawing/2014/main" id="{4D61B58E-31E0-467E-B3C9-1BB8C7ACE3EB}"/>
              </a:ext>
            </a:extLst>
          </p:cNvPr>
          <p:cNvSpPr>
            <a:spLocks xmlns:a="http://schemas.openxmlformats.org/drawingml/2006/main" noGrp="1"/>
          </p:cNvSpPr>
          <p:nvPr/>
        </p:nvSpPr>
        <p:spPr>
          <a:xfrm xmlns:a="http://schemas.openxmlformats.org/drawingml/2006/main">
            <a:off x="9906000" y="2333625"/>
            <a:ext cx="2905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Nội dung / vector</a:t>
            </a:r>
          </a:p>
        </p:txBody>
      </p:sp>
      <p:sp>
        <p:nvSpPr>
          <p:cNvPr id="42" name="">
            <a:extLst xmlns:a="http://schemas.openxmlformats.org/drawingml/2006/main">
              <a:ext uri="{FF2B5EF4-FFF2-40B4-BE49-F238E27FC236}">
                <a16:creationId xmlns:a16="http://schemas.microsoft.com/office/drawing/2014/main" id="{C84B4CFA-BD67-46B5-A402-760AB340B4A8}"/>
              </a:ext>
            </a:extLst>
          </p:cNvPr>
          <p:cNvSpPr>
            <a:spLocks xmlns:a="http://schemas.openxmlformats.org/drawingml/2006/main" noGrp="1"/>
          </p:cNvSpPr>
          <p:nvPr/>
        </p:nvSpPr>
        <p:spPr>
          <a:xfrm xmlns:a="http://schemas.openxmlformats.org/drawingml/2006/main">
            <a:off x="12858750" y="326707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43" name="">
            <a:extLst xmlns:a="http://schemas.openxmlformats.org/drawingml/2006/main">
              <a:ext uri="{FF2B5EF4-FFF2-40B4-BE49-F238E27FC236}">
                <a16:creationId xmlns:a16="http://schemas.microsoft.com/office/drawing/2014/main" id="{D647D285-5706-46F8-9214-60D0E425136E}"/>
              </a:ext>
            </a:extLst>
          </p:cNvPr>
          <p:cNvSpPr>
            <a:spLocks xmlns:a="http://schemas.openxmlformats.org/drawingml/2006/main" noGrp="1"/>
          </p:cNvSpPr>
          <p:nvPr/>
        </p:nvSpPr>
        <p:spPr>
          <a:xfrm xmlns:a="http://schemas.openxmlformats.org/drawingml/2006/main">
            <a:off x="9810750" y="326707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41" name=""/>
          <p:cNvCxnSpPr>
            <a:stCxn xmlns:a="http://schemas.openxmlformats.org/drawingml/2006/main" id="42" idx="3"/>
            <a:endCxn xmlns:a="http://schemas.openxmlformats.org/drawingml/2006/main" id="43" idx="1"/>
          </p:cNvCxnSpPr>
          <p:nvPr/>
        </p:nvCxnSpPr>
        <p:spPr>
          <a:xfrm xmlns:a="http://schemas.openxmlformats.org/drawingml/2006/main" flipH="1">
            <a:off x="9810750" y="3271838"/>
            <a:ext cx="305752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45" name="Dữ liệu đã lưu">
            <a:extLst xmlns:a="http://schemas.openxmlformats.org/drawingml/2006/main">
              <a:ext uri="{FF2B5EF4-FFF2-40B4-BE49-F238E27FC236}">
                <a16:creationId xmlns:a16="http://schemas.microsoft.com/office/drawing/2014/main" id="{9930B390-2B96-4FC2-851C-E36825563776}"/>
              </a:ext>
            </a:extLst>
          </p:cNvPr>
          <p:cNvSpPr>
            <a:spLocks xmlns:a="http://schemas.openxmlformats.org/drawingml/2006/main" noGrp="1"/>
          </p:cNvSpPr>
          <p:nvPr/>
        </p:nvSpPr>
        <p:spPr>
          <a:xfrm xmlns:a="http://schemas.openxmlformats.org/drawingml/2006/main">
            <a:off x="9906000" y="3362325"/>
            <a:ext cx="2905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Dữ liệu đã lưu</a:t>
            </a:r>
          </a:p>
        </p:txBody>
      </p:sp>
      <p:sp>
        <p:nvSpPr>
          <p:cNvPr id="46" name="Người dùng">
            <a:extLst xmlns:a="http://schemas.openxmlformats.org/drawingml/2006/main">
              <a:ext uri="{FF2B5EF4-FFF2-40B4-BE49-F238E27FC236}">
                <a16:creationId xmlns:a16="http://schemas.microsoft.com/office/drawing/2014/main" id="{2A67BA24-7C74-4DF0-8518-403EF2A5A3DE}"/>
              </a:ext>
            </a:extLst>
          </p:cNvPr>
          <p:cNvSpPr>
            <a:spLocks xmlns:a="http://schemas.openxmlformats.org/drawingml/2006/main" noGrp="1"/>
          </p:cNvSpPr>
          <p:nvPr/>
        </p:nvSpPr>
        <p:spPr>
          <a:xfrm xmlns:a="http://schemas.openxmlformats.org/drawingml/2006/main">
            <a:off x="1047750" y="4124325"/>
            <a:ext cx="2381250" cy="809625"/>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0B1D38"/>
                </a:solidFill>
                <a:latin typeface="Arial"/>
                <a:ea typeface="Arial"/>
                <a:cs typeface="Arial"/>
              </a:defRPr>
            </a:pPr>
            <a:r>
              <a:rPr sz="2025">
                <a:solidFill>
                  <a:srgbClr val="0B1D38"/>
                </a:solidFill>
                <a:latin typeface="Arial"/>
                <a:ea typeface="Arial"/>
                <a:cs typeface="Arial"/>
              </a:rPr>
              <a:t>Người dùng</a:t>
            </a:r>
          </a:p>
        </p:txBody>
      </p:sp>
      <p:sp>
        <p:nvSpPr>
          <p:cNvPr id="47" name="2.0 Nghiên cứu">
            <a:extLst xmlns:a="http://schemas.openxmlformats.org/drawingml/2006/main">
              <a:ext uri="{FF2B5EF4-FFF2-40B4-BE49-F238E27FC236}">
                <a16:creationId xmlns:a16="http://schemas.microsoft.com/office/drawing/2014/main" id="{6F350A78-D0F9-4F01-8181-80F79B4C24CD}"/>
              </a:ext>
            </a:extLst>
          </p:cNvPr>
          <p:cNvSpPr>
            <a:spLocks xmlns:a="http://schemas.openxmlformats.org/drawingml/2006/main" noGrp="1"/>
          </p:cNvSpPr>
          <p:nvPr/>
        </p:nvSpPr>
        <p:spPr>
          <a:xfrm xmlns:a="http://schemas.openxmlformats.org/drawingml/2006/main">
            <a:off x="5715000" y="4124325"/>
            <a:ext cx="4095750" cy="809625"/>
          </a:xfrm>
          <a:prstGeom xmlns:a="http://schemas.openxmlformats.org/drawingml/2006/main" prst="roundRect">
            <a:avLst>
              <a:gd name="adj" fmla="val 9412"/>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175">
                <a:solidFill>
                  <a:srgbClr val="0B1D38"/>
                </a:solidFill>
                <a:latin typeface="Arial"/>
                <a:ea typeface="Arial"/>
                <a:cs typeface="Arial"/>
              </a:defRPr>
            </a:pPr>
            <a:r>
              <a:rPr sz="2175">
                <a:solidFill>
                  <a:srgbClr val="0B1D38"/>
                </a:solidFill>
                <a:latin typeface="Arial"/>
                <a:ea typeface="Arial"/>
                <a:cs typeface="Arial"/>
              </a:rPr>
              <a:t>2.0 Nghiên cứu</a:t>
            </a:r>
          </a:p>
        </p:txBody>
      </p:sp>
      <p:sp>
        <p:nvSpPr>
          <p:cNvPr id="48" name="K1 + K2 Tri thức">
            <a:extLst xmlns:a="http://schemas.openxmlformats.org/drawingml/2006/main">
              <a:ext uri="{FF2B5EF4-FFF2-40B4-BE49-F238E27FC236}">
                <a16:creationId xmlns:a16="http://schemas.microsoft.com/office/drawing/2014/main" id="{FB0E1DDB-B03A-4561-94FF-C9C0BBC27C8C}"/>
              </a:ext>
            </a:extLst>
          </p:cNvPr>
          <p:cNvSpPr>
            <a:spLocks xmlns:a="http://schemas.openxmlformats.org/drawingml/2006/main" noGrp="1"/>
          </p:cNvSpPr>
          <p:nvPr/>
        </p:nvSpPr>
        <p:spPr>
          <a:xfrm xmlns:a="http://schemas.openxmlformats.org/drawingml/2006/main">
            <a:off x="12858750" y="4124325"/>
            <a:ext cx="4381500" cy="762000"/>
          </a:xfrm>
          <a:prstGeom xmlns:a="http://schemas.openxmlformats.org/drawingml/2006/main" prst="rect">
            <a:avLst/>
          </a:prstGeom>
          <a:solidFill xmlns:a="http://schemas.openxmlformats.org/drawingml/2006/main">
            <a:srgbClr val="EDF0F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0B1D38"/>
                </a:solidFill>
                <a:latin typeface="Arial"/>
                <a:ea typeface="Arial"/>
                <a:cs typeface="Arial"/>
              </a:defRPr>
            </a:pPr>
            <a:r>
              <a:rPr sz="2025">
                <a:solidFill>
                  <a:srgbClr val="0B1D38"/>
                </a:solidFill>
                <a:latin typeface="Arial"/>
                <a:ea typeface="Arial"/>
                <a:cs typeface="Arial"/>
              </a:rPr>
              <a:t>K1 + K2 Tri thức</a:t>
            </a:r>
          </a:p>
        </p:txBody>
      </p:sp>
      <p:sp>
        <p:nvSpPr>
          <p:cNvPr id="49" name="">
            <a:extLst xmlns:a="http://schemas.openxmlformats.org/drawingml/2006/main">
              <a:ext uri="{FF2B5EF4-FFF2-40B4-BE49-F238E27FC236}">
                <a16:creationId xmlns:a16="http://schemas.microsoft.com/office/drawing/2014/main" id="{E2BCB2B8-F174-47AE-AD68-66B7C8C14313}"/>
              </a:ext>
            </a:extLst>
          </p:cNvPr>
          <p:cNvSpPr>
            <a:spLocks xmlns:a="http://schemas.openxmlformats.org/drawingml/2006/main" noGrp="1"/>
          </p:cNvSpPr>
          <p:nvPr/>
        </p:nvSpPr>
        <p:spPr>
          <a:xfrm xmlns:a="http://schemas.openxmlformats.org/drawingml/2006/main">
            <a:off x="12858750" y="4124325"/>
            <a:ext cx="4381500" cy="19050"/>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EABE1BE6-0765-4674-8607-1F1503B9B42F}"/>
              </a:ext>
            </a:extLst>
          </p:cNvPr>
          <p:cNvSpPr>
            <a:spLocks xmlns:a="http://schemas.openxmlformats.org/drawingml/2006/main" noGrp="1"/>
          </p:cNvSpPr>
          <p:nvPr/>
        </p:nvSpPr>
        <p:spPr>
          <a:xfrm xmlns:a="http://schemas.openxmlformats.org/drawingml/2006/main">
            <a:off x="12858750" y="4886325"/>
            <a:ext cx="4381500" cy="19050"/>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A1592CF8-D8D9-4B53-BCB1-A55389E6EF91}"/>
              </a:ext>
            </a:extLst>
          </p:cNvPr>
          <p:cNvSpPr>
            <a:spLocks xmlns:a="http://schemas.openxmlformats.org/drawingml/2006/main" noGrp="1"/>
          </p:cNvSpPr>
          <p:nvPr/>
        </p:nvSpPr>
        <p:spPr>
          <a:xfrm xmlns:a="http://schemas.openxmlformats.org/drawingml/2006/main">
            <a:off x="3429000" y="429577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52" name="">
            <a:extLst xmlns:a="http://schemas.openxmlformats.org/drawingml/2006/main">
              <a:ext uri="{FF2B5EF4-FFF2-40B4-BE49-F238E27FC236}">
                <a16:creationId xmlns:a16="http://schemas.microsoft.com/office/drawing/2014/main" id="{7C9F6973-B39A-4987-9C24-B139DB63EA86}"/>
              </a:ext>
            </a:extLst>
          </p:cNvPr>
          <p:cNvSpPr>
            <a:spLocks xmlns:a="http://schemas.openxmlformats.org/drawingml/2006/main" noGrp="1"/>
          </p:cNvSpPr>
          <p:nvPr/>
        </p:nvSpPr>
        <p:spPr>
          <a:xfrm xmlns:a="http://schemas.openxmlformats.org/drawingml/2006/main">
            <a:off x="5715000" y="429577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50" name=""/>
          <p:cNvCxnSpPr>
            <a:stCxn xmlns:a="http://schemas.openxmlformats.org/drawingml/2006/main" id="51" idx="3"/>
            <a:endCxn xmlns:a="http://schemas.openxmlformats.org/drawingml/2006/main" id="52" idx="1"/>
          </p:cNvCxnSpPr>
          <p:nvPr/>
        </p:nvCxnSpPr>
        <p:spPr>
          <a:xfrm xmlns:a="http://schemas.openxmlformats.org/drawingml/2006/main">
            <a:off x="3438525" y="4300538"/>
            <a:ext cx="227647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54" name="Câu hỏi / ngữ cảnh">
            <a:extLst xmlns:a="http://schemas.openxmlformats.org/drawingml/2006/main">
              <a:ext uri="{FF2B5EF4-FFF2-40B4-BE49-F238E27FC236}">
                <a16:creationId xmlns:a16="http://schemas.microsoft.com/office/drawing/2014/main" id="{BB0CBF78-1B00-497E-9687-F91A6F18D13F}"/>
              </a:ext>
            </a:extLst>
          </p:cNvPr>
          <p:cNvSpPr>
            <a:spLocks xmlns:a="http://schemas.openxmlformats.org/drawingml/2006/main" noGrp="1"/>
          </p:cNvSpPr>
          <p:nvPr/>
        </p:nvSpPr>
        <p:spPr>
          <a:xfrm xmlns:a="http://schemas.openxmlformats.org/drawingml/2006/main">
            <a:off x="3476625" y="37909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Câu hỏi</a:t>
            </a:r>
          </a:p>
        </p:txBody>
      </p:sp>
      <p:sp>
        <p:nvSpPr>
          <p:cNvPr id="55" name="">
            <a:extLst xmlns:a="http://schemas.openxmlformats.org/drawingml/2006/main">
              <a:ext uri="{FF2B5EF4-FFF2-40B4-BE49-F238E27FC236}">
                <a16:creationId xmlns:a16="http://schemas.microsoft.com/office/drawing/2014/main" id="{14AF22C4-A0EC-4BFA-8235-C9390A2ACBB2}"/>
              </a:ext>
            </a:extLst>
          </p:cNvPr>
          <p:cNvSpPr>
            <a:spLocks xmlns:a="http://schemas.openxmlformats.org/drawingml/2006/main" noGrp="1"/>
          </p:cNvSpPr>
          <p:nvPr/>
        </p:nvSpPr>
        <p:spPr>
          <a:xfrm xmlns:a="http://schemas.openxmlformats.org/drawingml/2006/main">
            <a:off x="5715000" y="47244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56" name="">
            <a:extLst xmlns:a="http://schemas.openxmlformats.org/drawingml/2006/main">
              <a:ext uri="{FF2B5EF4-FFF2-40B4-BE49-F238E27FC236}">
                <a16:creationId xmlns:a16="http://schemas.microsoft.com/office/drawing/2014/main" id="{9CDD74FE-518C-4185-A41F-E373FD289733}"/>
              </a:ext>
            </a:extLst>
          </p:cNvPr>
          <p:cNvSpPr>
            <a:spLocks xmlns:a="http://schemas.openxmlformats.org/drawingml/2006/main" noGrp="1"/>
          </p:cNvSpPr>
          <p:nvPr/>
        </p:nvSpPr>
        <p:spPr>
          <a:xfrm xmlns:a="http://schemas.openxmlformats.org/drawingml/2006/main">
            <a:off x="3429000" y="47244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54" name=""/>
          <p:cNvCxnSpPr>
            <a:stCxn xmlns:a="http://schemas.openxmlformats.org/drawingml/2006/main" id="55" idx="3"/>
            <a:endCxn xmlns:a="http://schemas.openxmlformats.org/drawingml/2006/main" id="56" idx="1"/>
          </p:cNvCxnSpPr>
          <p:nvPr/>
        </p:nvCxnSpPr>
        <p:spPr>
          <a:xfrm xmlns:a="http://schemas.openxmlformats.org/drawingml/2006/main" flipH="1">
            <a:off x="3429000" y="4729163"/>
            <a:ext cx="229552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58" name="Kết quả / ghi chú">
            <a:extLst xmlns:a="http://schemas.openxmlformats.org/drawingml/2006/main">
              <a:ext uri="{FF2B5EF4-FFF2-40B4-BE49-F238E27FC236}">
                <a16:creationId xmlns:a16="http://schemas.microsoft.com/office/drawing/2014/main" id="{080FE194-7CBD-4030-8648-FFA8BBC643D6}"/>
              </a:ext>
            </a:extLst>
          </p:cNvPr>
          <p:cNvSpPr>
            <a:spLocks xmlns:a="http://schemas.openxmlformats.org/drawingml/2006/main" noGrp="1"/>
          </p:cNvSpPr>
          <p:nvPr/>
        </p:nvSpPr>
        <p:spPr>
          <a:xfrm xmlns:a="http://schemas.openxmlformats.org/drawingml/2006/main">
            <a:off x="3476625" y="48196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Kết quả / ghi chú</a:t>
            </a:r>
          </a:p>
        </p:txBody>
      </p:sp>
      <p:sp>
        <p:nvSpPr>
          <p:cNvPr id="59" name="">
            <a:extLst xmlns:a="http://schemas.openxmlformats.org/drawingml/2006/main">
              <a:ext uri="{FF2B5EF4-FFF2-40B4-BE49-F238E27FC236}">
                <a16:creationId xmlns:a16="http://schemas.microsoft.com/office/drawing/2014/main" id="{79830FE6-768D-43AE-9ED2-0C9F9AC9663E}"/>
              </a:ext>
            </a:extLst>
          </p:cNvPr>
          <p:cNvSpPr>
            <a:spLocks xmlns:a="http://schemas.openxmlformats.org/drawingml/2006/main" noGrp="1"/>
          </p:cNvSpPr>
          <p:nvPr/>
        </p:nvSpPr>
        <p:spPr>
          <a:xfrm xmlns:a="http://schemas.openxmlformats.org/drawingml/2006/main">
            <a:off x="9810750" y="429577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60" name="">
            <a:extLst xmlns:a="http://schemas.openxmlformats.org/drawingml/2006/main">
              <a:ext uri="{FF2B5EF4-FFF2-40B4-BE49-F238E27FC236}">
                <a16:creationId xmlns:a16="http://schemas.microsoft.com/office/drawing/2014/main" id="{751625C1-A652-4ADE-B9A7-289C36A82CA1}"/>
              </a:ext>
            </a:extLst>
          </p:cNvPr>
          <p:cNvSpPr>
            <a:spLocks xmlns:a="http://schemas.openxmlformats.org/drawingml/2006/main" noGrp="1"/>
          </p:cNvSpPr>
          <p:nvPr/>
        </p:nvSpPr>
        <p:spPr>
          <a:xfrm xmlns:a="http://schemas.openxmlformats.org/drawingml/2006/main">
            <a:off x="12858750" y="429577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58" name=""/>
          <p:cNvCxnSpPr>
            <a:stCxn xmlns:a="http://schemas.openxmlformats.org/drawingml/2006/main" id="59" idx="3"/>
            <a:endCxn xmlns:a="http://schemas.openxmlformats.org/drawingml/2006/main" id="60" idx="1"/>
          </p:cNvCxnSpPr>
          <p:nvPr/>
        </p:nvCxnSpPr>
        <p:spPr>
          <a:xfrm xmlns:a="http://schemas.openxmlformats.org/drawingml/2006/main">
            <a:off x="9820275" y="4300538"/>
            <a:ext cx="303847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62" name="Nguồn / note / chat">
            <a:extLst xmlns:a="http://schemas.openxmlformats.org/drawingml/2006/main">
              <a:ext uri="{FF2B5EF4-FFF2-40B4-BE49-F238E27FC236}">
                <a16:creationId xmlns:a16="http://schemas.microsoft.com/office/drawing/2014/main" id="{13B88029-DCD4-4F1C-9514-B3BADC3DD23C}"/>
              </a:ext>
            </a:extLst>
          </p:cNvPr>
          <p:cNvSpPr>
            <a:spLocks xmlns:a="http://schemas.openxmlformats.org/drawingml/2006/main" noGrp="1"/>
          </p:cNvSpPr>
          <p:nvPr/>
        </p:nvSpPr>
        <p:spPr>
          <a:xfrm xmlns:a="http://schemas.openxmlformats.org/drawingml/2006/main">
            <a:off x="9906000" y="3790950"/>
            <a:ext cx="2905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Nguồn / note / chat</a:t>
            </a:r>
          </a:p>
        </p:txBody>
      </p:sp>
      <p:sp>
        <p:nvSpPr>
          <p:cNvPr id="63" name="">
            <a:extLst xmlns:a="http://schemas.openxmlformats.org/drawingml/2006/main">
              <a:ext uri="{FF2B5EF4-FFF2-40B4-BE49-F238E27FC236}">
                <a16:creationId xmlns:a16="http://schemas.microsoft.com/office/drawing/2014/main" id="{2A77D0FB-A74A-403A-BE4A-BA4DE5276CC9}"/>
              </a:ext>
            </a:extLst>
          </p:cNvPr>
          <p:cNvSpPr>
            <a:spLocks xmlns:a="http://schemas.openxmlformats.org/drawingml/2006/main" noGrp="1"/>
          </p:cNvSpPr>
          <p:nvPr/>
        </p:nvSpPr>
        <p:spPr>
          <a:xfrm xmlns:a="http://schemas.openxmlformats.org/drawingml/2006/main">
            <a:off x="12858750" y="47244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64" name="">
            <a:extLst xmlns:a="http://schemas.openxmlformats.org/drawingml/2006/main">
              <a:ext uri="{FF2B5EF4-FFF2-40B4-BE49-F238E27FC236}">
                <a16:creationId xmlns:a16="http://schemas.microsoft.com/office/drawing/2014/main" id="{DAF5C276-D404-4FFE-B9B2-F1A722FEC273}"/>
              </a:ext>
            </a:extLst>
          </p:cNvPr>
          <p:cNvSpPr>
            <a:spLocks xmlns:a="http://schemas.openxmlformats.org/drawingml/2006/main" noGrp="1"/>
          </p:cNvSpPr>
          <p:nvPr/>
        </p:nvSpPr>
        <p:spPr>
          <a:xfrm xmlns:a="http://schemas.openxmlformats.org/drawingml/2006/main">
            <a:off x="9810750" y="47244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62" name=""/>
          <p:cNvCxnSpPr>
            <a:stCxn xmlns:a="http://schemas.openxmlformats.org/drawingml/2006/main" id="63" idx="3"/>
            <a:endCxn xmlns:a="http://schemas.openxmlformats.org/drawingml/2006/main" id="64" idx="1"/>
          </p:cNvCxnSpPr>
          <p:nvPr/>
        </p:nvCxnSpPr>
        <p:spPr>
          <a:xfrm xmlns:a="http://schemas.openxmlformats.org/drawingml/2006/main" flipH="1">
            <a:off x="9810750" y="4729163"/>
            <a:ext cx="305752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66" name="Dữ liệu đã lưu">
            <a:extLst xmlns:a="http://schemas.openxmlformats.org/drawingml/2006/main">
              <a:ext uri="{FF2B5EF4-FFF2-40B4-BE49-F238E27FC236}">
                <a16:creationId xmlns:a16="http://schemas.microsoft.com/office/drawing/2014/main" id="{199DCE37-8B3A-4C94-9C38-84502826966D}"/>
              </a:ext>
            </a:extLst>
          </p:cNvPr>
          <p:cNvSpPr>
            <a:spLocks xmlns:a="http://schemas.openxmlformats.org/drawingml/2006/main" noGrp="1"/>
          </p:cNvSpPr>
          <p:nvPr/>
        </p:nvSpPr>
        <p:spPr>
          <a:xfrm xmlns:a="http://schemas.openxmlformats.org/drawingml/2006/main">
            <a:off x="9906000" y="4819650"/>
            <a:ext cx="2905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Dữ liệu đã lưu</a:t>
            </a:r>
          </a:p>
        </p:txBody>
      </p:sp>
      <p:sp>
        <p:nvSpPr>
          <p:cNvPr id="67" name="Người dùng">
            <a:extLst xmlns:a="http://schemas.openxmlformats.org/drawingml/2006/main">
              <a:ext uri="{FF2B5EF4-FFF2-40B4-BE49-F238E27FC236}">
                <a16:creationId xmlns:a16="http://schemas.microsoft.com/office/drawing/2014/main" id="{18A37C0D-ACA4-49A3-A8A1-D949C0BC4232}"/>
              </a:ext>
            </a:extLst>
          </p:cNvPr>
          <p:cNvSpPr>
            <a:spLocks xmlns:a="http://schemas.openxmlformats.org/drawingml/2006/main" noGrp="1"/>
          </p:cNvSpPr>
          <p:nvPr/>
        </p:nvSpPr>
        <p:spPr>
          <a:xfrm xmlns:a="http://schemas.openxmlformats.org/drawingml/2006/main">
            <a:off x="1047750" y="5581650"/>
            <a:ext cx="2381250" cy="809625"/>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0B1D38"/>
                </a:solidFill>
                <a:latin typeface="Arial"/>
                <a:ea typeface="Arial"/>
                <a:cs typeface="Arial"/>
              </a:defRPr>
            </a:pPr>
            <a:r>
              <a:rPr sz="2025">
                <a:solidFill>
                  <a:srgbClr val="0B1D38"/>
                </a:solidFill>
                <a:latin typeface="Arial"/>
                <a:ea typeface="Arial"/>
                <a:cs typeface="Arial"/>
              </a:rPr>
              <a:t>Người dùng</a:t>
            </a:r>
          </a:p>
        </p:txBody>
      </p:sp>
      <p:sp>
        <p:nvSpPr>
          <p:cNvPr id="68" name="3.0 Tạo nội dung">
            <a:extLst xmlns:a="http://schemas.openxmlformats.org/drawingml/2006/main">
              <a:ext uri="{FF2B5EF4-FFF2-40B4-BE49-F238E27FC236}">
                <a16:creationId xmlns:a16="http://schemas.microsoft.com/office/drawing/2014/main" id="{85FB5A21-C9D6-4FCC-8E5D-02B6CC2304C4}"/>
              </a:ext>
            </a:extLst>
          </p:cNvPr>
          <p:cNvSpPr>
            <a:spLocks xmlns:a="http://schemas.openxmlformats.org/drawingml/2006/main" noGrp="1"/>
          </p:cNvSpPr>
          <p:nvPr/>
        </p:nvSpPr>
        <p:spPr>
          <a:xfrm xmlns:a="http://schemas.openxmlformats.org/drawingml/2006/main">
            <a:off x="5715000" y="5581650"/>
            <a:ext cx="4095750" cy="809625"/>
          </a:xfrm>
          <a:prstGeom xmlns:a="http://schemas.openxmlformats.org/drawingml/2006/main" prst="roundRect">
            <a:avLst>
              <a:gd name="adj" fmla="val 9412"/>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175">
                <a:solidFill>
                  <a:srgbClr val="0B1D38"/>
                </a:solidFill>
                <a:latin typeface="Arial"/>
                <a:ea typeface="Arial"/>
                <a:cs typeface="Arial"/>
              </a:defRPr>
            </a:pPr>
            <a:r>
              <a:rPr sz="2175">
                <a:solidFill>
                  <a:srgbClr val="0B1D38"/>
                </a:solidFill>
                <a:latin typeface="Arial"/>
                <a:ea typeface="Arial"/>
                <a:cs typeface="Arial"/>
              </a:rPr>
              <a:t>3.0 Tạo nội dung</a:t>
            </a:r>
          </a:p>
        </p:txBody>
      </p:sp>
      <p:sp>
        <p:nvSpPr>
          <p:cNvPr id="69" name="K3 Media / command">
            <a:extLst xmlns:a="http://schemas.openxmlformats.org/drawingml/2006/main">
              <a:ext uri="{FF2B5EF4-FFF2-40B4-BE49-F238E27FC236}">
                <a16:creationId xmlns:a16="http://schemas.microsoft.com/office/drawing/2014/main" id="{30FD01C0-4324-417A-B8F6-5D2E7C54BE97}"/>
              </a:ext>
            </a:extLst>
          </p:cNvPr>
          <p:cNvSpPr>
            <a:spLocks xmlns:a="http://schemas.openxmlformats.org/drawingml/2006/main" noGrp="1"/>
          </p:cNvSpPr>
          <p:nvPr/>
        </p:nvSpPr>
        <p:spPr>
          <a:xfrm xmlns:a="http://schemas.openxmlformats.org/drawingml/2006/main">
            <a:off x="12858750" y="5581650"/>
            <a:ext cx="4381500" cy="762000"/>
          </a:xfrm>
          <a:prstGeom xmlns:a="http://schemas.openxmlformats.org/drawingml/2006/main" prst="rect">
            <a:avLst/>
          </a:prstGeom>
          <a:solidFill xmlns:a="http://schemas.openxmlformats.org/drawingml/2006/main">
            <a:srgbClr val="EDF0F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0B1D38"/>
                </a:solidFill>
                <a:latin typeface="Arial"/>
                <a:ea typeface="Arial"/>
                <a:cs typeface="Arial"/>
              </a:defRPr>
            </a:pPr>
            <a:r>
              <a:rPr sz="2025">
                <a:solidFill>
                  <a:srgbClr val="0B1D38"/>
                </a:solidFill>
                <a:latin typeface="Arial"/>
                <a:ea typeface="Arial"/>
                <a:cs typeface="Arial"/>
              </a:rPr>
              <a:t>K3 Media / command</a:t>
            </a:r>
          </a:p>
        </p:txBody>
      </p:sp>
      <p:sp>
        <p:nvSpPr>
          <p:cNvPr id="70" name="">
            <a:extLst xmlns:a="http://schemas.openxmlformats.org/drawingml/2006/main">
              <a:ext uri="{FF2B5EF4-FFF2-40B4-BE49-F238E27FC236}">
                <a16:creationId xmlns:a16="http://schemas.microsoft.com/office/drawing/2014/main" id="{1DCBE982-5599-4575-A4CF-56DD881DE651}"/>
              </a:ext>
            </a:extLst>
          </p:cNvPr>
          <p:cNvSpPr>
            <a:spLocks xmlns:a="http://schemas.openxmlformats.org/drawingml/2006/main" noGrp="1"/>
          </p:cNvSpPr>
          <p:nvPr/>
        </p:nvSpPr>
        <p:spPr>
          <a:xfrm xmlns:a="http://schemas.openxmlformats.org/drawingml/2006/main">
            <a:off x="12858750" y="5581650"/>
            <a:ext cx="4381500" cy="19050"/>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D006C5C2-EF72-45A7-A7BB-F5810BCAA1CE}"/>
              </a:ext>
            </a:extLst>
          </p:cNvPr>
          <p:cNvSpPr>
            <a:spLocks xmlns:a="http://schemas.openxmlformats.org/drawingml/2006/main" noGrp="1"/>
          </p:cNvSpPr>
          <p:nvPr/>
        </p:nvSpPr>
        <p:spPr>
          <a:xfrm xmlns:a="http://schemas.openxmlformats.org/drawingml/2006/main">
            <a:off x="12858750" y="6343650"/>
            <a:ext cx="4381500" cy="19050"/>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50711BBB-E7AE-4F5E-8C32-E540BFDD083D}"/>
              </a:ext>
            </a:extLst>
          </p:cNvPr>
          <p:cNvSpPr>
            <a:spLocks xmlns:a="http://schemas.openxmlformats.org/drawingml/2006/main" noGrp="1"/>
          </p:cNvSpPr>
          <p:nvPr/>
        </p:nvSpPr>
        <p:spPr>
          <a:xfrm xmlns:a="http://schemas.openxmlformats.org/drawingml/2006/main">
            <a:off x="3429000" y="57531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73" name="">
            <a:extLst xmlns:a="http://schemas.openxmlformats.org/drawingml/2006/main">
              <a:ext uri="{FF2B5EF4-FFF2-40B4-BE49-F238E27FC236}">
                <a16:creationId xmlns:a16="http://schemas.microsoft.com/office/drawing/2014/main" id="{6F56935E-C7F2-4CD3-8CBD-9F1129636A89}"/>
              </a:ext>
            </a:extLst>
          </p:cNvPr>
          <p:cNvSpPr>
            <a:spLocks xmlns:a="http://schemas.openxmlformats.org/drawingml/2006/main" noGrp="1"/>
          </p:cNvSpPr>
          <p:nvPr/>
        </p:nvSpPr>
        <p:spPr>
          <a:xfrm xmlns:a="http://schemas.openxmlformats.org/drawingml/2006/main">
            <a:off x="5715000" y="57531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71" name=""/>
          <p:cNvCxnSpPr>
            <a:stCxn xmlns:a="http://schemas.openxmlformats.org/drawingml/2006/main" id="72" idx="3"/>
            <a:endCxn xmlns:a="http://schemas.openxmlformats.org/drawingml/2006/main" id="73" idx="1"/>
          </p:cNvCxnSpPr>
          <p:nvPr/>
        </p:nvCxnSpPr>
        <p:spPr>
          <a:xfrm xmlns:a="http://schemas.openxmlformats.org/drawingml/2006/main">
            <a:off x="3438525" y="5757863"/>
            <a:ext cx="227647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75" name="Yêu cầu media">
            <a:extLst xmlns:a="http://schemas.openxmlformats.org/drawingml/2006/main">
              <a:ext uri="{FF2B5EF4-FFF2-40B4-BE49-F238E27FC236}">
                <a16:creationId xmlns:a16="http://schemas.microsoft.com/office/drawing/2014/main" id="{07C40FB6-E463-4753-9074-3326B3A15B80}"/>
              </a:ext>
            </a:extLst>
          </p:cNvPr>
          <p:cNvSpPr>
            <a:spLocks xmlns:a="http://schemas.openxmlformats.org/drawingml/2006/main" noGrp="1"/>
          </p:cNvSpPr>
          <p:nvPr/>
        </p:nvSpPr>
        <p:spPr>
          <a:xfrm xmlns:a="http://schemas.openxmlformats.org/drawingml/2006/main">
            <a:off x="3476625" y="524827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Yêu cầu media</a:t>
            </a:r>
          </a:p>
        </p:txBody>
      </p:sp>
      <p:sp>
        <p:nvSpPr>
          <p:cNvPr id="76" name="">
            <a:extLst xmlns:a="http://schemas.openxmlformats.org/drawingml/2006/main">
              <a:ext uri="{FF2B5EF4-FFF2-40B4-BE49-F238E27FC236}">
                <a16:creationId xmlns:a16="http://schemas.microsoft.com/office/drawing/2014/main" id="{34DAABD6-FA62-49CE-A28D-79B4DA0BA8D7}"/>
              </a:ext>
            </a:extLst>
          </p:cNvPr>
          <p:cNvSpPr>
            <a:spLocks xmlns:a="http://schemas.openxmlformats.org/drawingml/2006/main" noGrp="1"/>
          </p:cNvSpPr>
          <p:nvPr/>
        </p:nvSpPr>
        <p:spPr>
          <a:xfrm xmlns:a="http://schemas.openxmlformats.org/drawingml/2006/main">
            <a:off x="5715000" y="61817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77" name="">
            <a:extLst xmlns:a="http://schemas.openxmlformats.org/drawingml/2006/main">
              <a:ext uri="{FF2B5EF4-FFF2-40B4-BE49-F238E27FC236}">
                <a16:creationId xmlns:a16="http://schemas.microsoft.com/office/drawing/2014/main" id="{D3002997-3CCB-440E-90C5-2AB50D5AD3CF}"/>
              </a:ext>
            </a:extLst>
          </p:cNvPr>
          <p:cNvSpPr>
            <a:spLocks xmlns:a="http://schemas.openxmlformats.org/drawingml/2006/main" noGrp="1"/>
          </p:cNvSpPr>
          <p:nvPr/>
        </p:nvSpPr>
        <p:spPr>
          <a:xfrm xmlns:a="http://schemas.openxmlformats.org/drawingml/2006/main">
            <a:off x="3429000" y="61817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75" name=""/>
          <p:cNvCxnSpPr>
            <a:stCxn xmlns:a="http://schemas.openxmlformats.org/drawingml/2006/main" id="76" idx="3"/>
            <a:endCxn xmlns:a="http://schemas.openxmlformats.org/drawingml/2006/main" id="77" idx="1"/>
          </p:cNvCxnSpPr>
          <p:nvPr/>
        </p:nvCxnSpPr>
        <p:spPr>
          <a:xfrm xmlns:a="http://schemas.openxmlformats.org/drawingml/2006/main" flipH="1">
            <a:off x="3429000" y="6186488"/>
            <a:ext cx="229552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79" name="Nội dung / trạng thái">
            <a:extLst xmlns:a="http://schemas.openxmlformats.org/drawingml/2006/main">
              <a:ext uri="{FF2B5EF4-FFF2-40B4-BE49-F238E27FC236}">
                <a16:creationId xmlns:a16="http://schemas.microsoft.com/office/drawing/2014/main" id="{CC1DD68A-9A92-4814-AF76-1A3CCADB399A}"/>
              </a:ext>
            </a:extLst>
          </p:cNvPr>
          <p:cNvSpPr>
            <a:spLocks xmlns:a="http://schemas.openxmlformats.org/drawingml/2006/main" noGrp="1"/>
          </p:cNvSpPr>
          <p:nvPr/>
        </p:nvSpPr>
        <p:spPr>
          <a:xfrm xmlns:a="http://schemas.openxmlformats.org/drawingml/2006/main">
            <a:off x="3476625" y="627697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Media / trạng thái</a:t>
            </a:r>
          </a:p>
        </p:txBody>
      </p:sp>
      <p:sp>
        <p:nvSpPr>
          <p:cNvPr id="80" name="">
            <a:extLst xmlns:a="http://schemas.openxmlformats.org/drawingml/2006/main">
              <a:ext uri="{FF2B5EF4-FFF2-40B4-BE49-F238E27FC236}">
                <a16:creationId xmlns:a16="http://schemas.microsoft.com/office/drawing/2014/main" id="{4D633CCA-A4C7-4868-AF64-74EEF6CB611A}"/>
              </a:ext>
            </a:extLst>
          </p:cNvPr>
          <p:cNvSpPr>
            <a:spLocks xmlns:a="http://schemas.openxmlformats.org/drawingml/2006/main" noGrp="1"/>
          </p:cNvSpPr>
          <p:nvPr/>
        </p:nvSpPr>
        <p:spPr>
          <a:xfrm xmlns:a="http://schemas.openxmlformats.org/drawingml/2006/main">
            <a:off x="9810750" y="57531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81" name="">
            <a:extLst xmlns:a="http://schemas.openxmlformats.org/drawingml/2006/main">
              <a:ext uri="{FF2B5EF4-FFF2-40B4-BE49-F238E27FC236}">
                <a16:creationId xmlns:a16="http://schemas.microsoft.com/office/drawing/2014/main" id="{D5574995-9956-4AFA-B54C-98E68451BB6D}"/>
              </a:ext>
            </a:extLst>
          </p:cNvPr>
          <p:cNvSpPr>
            <a:spLocks xmlns:a="http://schemas.openxmlformats.org/drawingml/2006/main" noGrp="1"/>
          </p:cNvSpPr>
          <p:nvPr/>
        </p:nvSpPr>
        <p:spPr>
          <a:xfrm xmlns:a="http://schemas.openxmlformats.org/drawingml/2006/main">
            <a:off x="12858750" y="57531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79" name=""/>
          <p:cNvCxnSpPr>
            <a:stCxn xmlns:a="http://schemas.openxmlformats.org/drawingml/2006/main" id="80" idx="3"/>
            <a:endCxn xmlns:a="http://schemas.openxmlformats.org/drawingml/2006/main" id="81" idx="1"/>
          </p:cNvCxnSpPr>
          <p:nvPr/>
        </p:nvCxnSpPr>
        <p:spPr>
          <a:xfrm xmlns:a="http://schemas.openxmlformats.org/drawingml/2006/main">
            <a:off x="9820275" y="5757863"/>
            <a:ext cx="303847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83" name="Kịch bản / tệp">
            <a:extLst xmlns:a="http://schemas.openxmlformats.org/drawingml/2006/main">
              <a:ext uri="{FF2B5EF4-FFF2-40B4-BE49-F238E27FC236}">
                <a16:creationId xmlns:a16="http://schemas.microsoft.com/office/drawing/2014/main" id="{64C48E0B-6E4F-4402-9A5E-7DD689D48474}"/>
              </a:ext>
            </a:extLst>
          </p:cNvPr>
          <p:cNvSpPr>
            <a:spLocks xmlns:a="http://schemas.openxmlformats.org/drawingml/2006/main" noGrp="1"/>
          </p:cNvSpPr>
          <p:nvPr/>
        </p:nvSpPr>
        <p:spPr>
          <a:xfrm xmlns:a="http://schemas.openxmlformats.org/drawingml/2006/main">
            <a:off x="9906000" y="5248275"/>
            <a:ext cx="2905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Kịch bản / tệp</a:t>
            </a:r>
          </a:p>
        </p:txBody>
      </p:sp>
      <p:sp>
        <p:nvSpPr>
          <p:cNvPr id="84" name="">
            <a:extLst xmlns:a="http://schemas.openxmlformats.org/drawingml/2006/main">
              <a:ext uri="{FF2B5EF4-FFF2-40B4-BE49-F238E27FC236}">
                <a16:creationId xmlns:a16="http://schemas.microsoft.com/office/drawing/2014/main" id="{4A0225A4-57AC-4439-89A1-3892051CF914}"/>
              </a:ext>
            </a:extLst>
          </p:cNvPr>
          <p:cNvSpPr>
            <a:spLocks xmlns:a="http://schemas.openxmlformats.org/drawingml/2006/main" noGrp="1"/>
          </p:cNvSpPr>
          <p:nvPr/>
        </p:nvSpPr>
        <p:spPr>
          <a:xfrm xmlns:a="http://schemas.openxmlformats.org/drawingml/2006/main">
            <a:off x="12858750" y="61817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85" name="">
            <a:extLst xmlns:a="http://schemas.openxmlformats.org/drawingml/2006/main">
              <a:ext uri="{FF2B5EF4-FFF2-40B4-BE49-F238E27FC236}">
                <a16:creationId xmlns:a16="http://schemas.microsoft.com/office/drawing/2014/main" id="{229D5546-1FA4-4134-B6B4-34BA97D8DA48}"/>
              </a:ext>
            </a:extLst>
          </p:cNvPr>
          <p:cNvSpPr>
            <a:spLocks xmlns:a="http://schemas.openxmlformats.org/drawingml/2006/main" noGrp="1"/>
          </p:cNvSpPr>
          <p:nvPr/>
        </p:nvSpPr>
        <p:spPr>
          <a:xfrm xmlns:a="http://schemas.openxmlformats.org/drawingml/2006/main">
            <a:off x="9810750" y="61817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83" name=""/>
          <p:cNvCxnSpPr>
            <a:stCxn xmlns:a="http://schemas.openxmlformats.org/drawingml/2006/main" id="84" idx="3"/>
            <a:endCxn xmlns:a="http://schemas.openxmlformats.org/drawingml/2006/main" id="85" idx="1"/>
          </p:cNvCxnSpPr>
          <p:nvPr/>
        </p:nvCxnSpPr>
        <p:spPr>
          <a:xfrm xmlns:a="http://schemas.openxmlformats.org/drawingml/2006/main" flipH="1">
            <a:off x="9810750" y="6186488"/>
            <a:ext cx="305752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87" name="Dữ liệu đã lưu">
            <a:extLst xmlns:a="http://schemas.openxmlformats.org/drawingml/2006/main">
              <a:ext uri="{FF2B5EF4-FFF2-40B4-BE49-F238E27FC236}">
                <a16:creationId xmlns:a16="http://schemas.microsoft.com/office/drawing/2014/main" id="{7B3D80CA-74B9-4A57-BD33-74CC69719309}"/>
              </a:ext>
            </a:extLst>
          </p:cNvPr>
          <p:cNvSpPr>
            <a:spLocks xmlns:a="http://schemas.openxmlformats.org/drawingml/2006/main" noGrp="1"/>
          </p:cNvSpPr>
          <p:nvPr/>
        </p:nvSpPr>
        <p:spPr>
          <a:xfrm xmlns:a="http://schemas.openxmlformats.org/drawingml/2006/main">
            <a:off x="9906000" y="6276975"/>
            <a:ext cx="2905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Dữ liệu đã lưu</a:t>
            </a:r>
          </a:p>
        </p:txBody>
      </p:sp>
      <p:sp>
        <p:nvSpPr>
          <p:cNvPr id="88" name="Người vận hành">
            <a:extLst xmlns:a="http://schemas.openxmlformats.org/drawingml/2006/main">
              <a:ext uri="{FF2B5EF4-FFF2-40B4-BE49-F238E27FC236}">
                <a16:creationId xmlns:a16="http://schemas.microsoft.com/office/drawing/2014/main" id="{81D0CC82-20E9-43F6-872F-92690C863E25}"/>
              </a:ext>
            </a:extLst>
          </p:cNvPr>
          <p:cNvSpPr>
            <a:spLocks xmlns:a="http://schemas.openxmlformats.org/drawingml/2006/main" noGrp="1"/>
          </p:cNvSpPr>
          <p:nvPr/>
        </p:nvSpPr>
        <p:spPr>
          <a:xfrm xmlns:a="http://schemas.openxmlformats.org/drawingml/2006/main">
            <a:off x="1047750" y="7038975"/>
            <a:ext cx="2381250" cy="809625"/>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0B1D38"/>
                </a:solidFill>
                <a:latin typeface="Arial"/>
                <a:ea typeface="Arial"/>
                <a:cs typeface="Arial"/>
              </a:defRPr>
            </a:pPr>
            <a:r>
              <a:rPr sz="2025">
                <a:solidFill>
                  <a:srgbClr val="0B1D38"/>
                </a:solidFill>
                <a:latin typeface="Arial"/>
                <a:ea typeface="Arial"/>
                <a:cs typeface="Arial"/>
              </a:rPr>
              <a:t>Người vận hành</a:t>
            </a:r>
          </a:p>
        </p:txBody>
      </p:sp>
      <p:sp>
        <p:nvSpPr>
          <p:cNvPr id="89" name="4.0 Cấu hình AI">
            <a:extLst xmlns:a="http://schemas.openxmlformats.org/drawingml/2006/main">
              <a:ext uri="{FF2B5EF4-FFF2-40B4-BE49-F238E27FC236}">
                <a16:creationId xmlns:a16="http://schemas.microsoft.com/office/drawing/2014/main" id="{C021D96B-103A-48B2-8F26-35A5912BA2B1}"/>
              </a:ext>
            </a:extLst>
          </p:cNvPr>
          <p:cNvSpPr>
            <a:spLocks xmlns:a="http://schemas.openxmlformats.org/drawingml/2006/main" noGrp="1"/>
          </p:cNvSpPr>
          <p:nvPr/>
        </p:nvSpPr>
        <p:spPr>
          <a:xfrm xmlns:a="http://schemas.openxmlformats.org/drawingml/2006/main">
            <a:off x="5715000" y="7038975"/>
            <a:ext cx="4095750" cy="809625"/>
          </a:xfrm>
          <a:prstGeom xmlns:a="http://schemas.openxmlformats.org/drawingml/2006/main" prst="roundRect">
            <a:avLst>
              <a:gd name="adj" fmla="val 9412"/>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175">
                <a:solidFill>
                  <a:srgbClr val="0B1D38"/>
                </a:solidFill>
                <a:latin typeface="Arial"/>
                <a:ea typeface="Arial"/>
                <a:cs typeface="Arial"/>
              </a:defRPr>
            </a:pPr>
            <a:r>
              <a:rPr sz="2175">
                <a:solidFill>
                  <a:srgbClr val="0B1D38"/>
                </a:solidFill>
                <a:latin typeface="Arial"/>
                <a:ea typeface="Arial"/>
                <a:cs typeface="Arial"/>
              </a:rPr>
              <a:t>4.0 Cấu hình AI</a:t>
            </a:r>
          </a:p>
        </p:txBody>
      </p:sp>
      <p:sp>
        <p:nvSpPr>
          <p:cNvPr id="90" name="K4 Model / credential">
            <a:extLst xmlns:a="http://schemas.openxmlformats.org/drawingml/2006/main">
              <a:ext uri="{FF2B5EF4-FFF2-40B4-BE49-F238E27FC236}">
                <a16:creationId xmlns:a16="http://schemas.microsoft.com/office/drawing/2014/main" id="{E44E6DB0-34C1-436C-BEC7-34DE8BAF2695}"/>
              </a:ext>
            </a:extLst>
          </p:cNvPr>
          <p:cNvSpPr>
            <a:spLocks xmlns:a="http://schemas.openxmlformats.org/drawingml/2006/main" noGrp="1"/>
          </p:cNvSpPr>
          <p:nvPr/>
        </p:nvSpPr>
        <p:spPr>
          <a:xfrm xmlns:a="http://schemas.openxmlformats.org/drawingml/2006/main">
            <a:off x="12858750" y="7038975"/>
            <a:ext cx="4381500" cy="762000"/>
          </a:xfrm>
          <a:prstGeom xmlns:a="http://schemas.openxmlformats.org/drawingml/2006/main" prst="rect">
            <a:avLst/>
          </a:prstGeom>
          <a:solidFill xmlns:a="http://schemas.openxmlformats.org/drawingml/2006/main">
            <a:srgbClr val="EDF0F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0B1D38"/>
                </a:solidFill>
                <a:latin typeface="Arial"/>
                <a:ea typeface="Arial"/>
                <a:cs typeface="Arial"/>
              </a:defRPr>
            </a:pPr>
            <a:r>
              <a:rPr sz="2025">
                <a:solidFill>
                  <a:srgbClr val="0B1D38"/>
                </a:solidFill>
                <a:latin typeface="Arial"/>
                <a:ea typeface="Arial"/>
                <a:cs typeface="Arial"/>
              </a:rPr>
              <a:t>K4 Model / credential</a:t>
            </a:r>
          </a:p>
        </p:txBody>
      </p:sp>
      <p:sp>
        <p:nvSpPr>
          <p:cNvPr id="91" name="">
            <a:extLst xmlns:a="http://schemas.openxmlformats.org/drawingml/2006/main">
              <a:ext uri="{FF2B5EF4-FFF2-40B4-BE49-F238E27FC236}">
                <a16:creationId xmlns:a16="http://schemas.microsoft.com/office/drawing/2014/main" id="{48092344-DF20-4A1A-9CA4-8ED18C612495}"/>
              </a:ext>
            </a:extLst>
          </p:cNvPr>
          <p:cNvSpPr>
            <a:spLocks xmlns:a="http://schemas.openxmlformats.org/drawingml/2006/main" noGrp="1"/>
          </p:cNvSpPr>
          <p:nvPr/>
        </p:nvSpPr>
        <p:spPr>
          <a:xfrm xmlns:a="http://schemas.openxmlformats.org/drawingml/2006/main">
            <a:off x="12858750" y="7038975"/>
            <a:ext cx="4381500" cy="19050"/>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E31F07B2-544E-45DF-9DD4-0B4F300D6C8D}"/>
              </a:ext>
            </a:extLst>
          </p:cNvPr>
          <p:cNvSpPr>
            <a:spLocks xmlns:a="http://schemas.openxmlformats.org/drawingml/2006/main" noGrp="1"/>
          </p:cNvSpPr>
          <p:nvPr/>
        </p:nvSpPr>
        <p:spPr>
          <a:xfrm xmlns:a="http://schemas.openxmlformats.org/drawingml/2006/main">
            <a:off x="12858750" y="7800975"/>
            <a:ext cx="4381500" cy="19050"/>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A2314D3C-6FFD-42F2-B5F4-F3DA163D34D1}"/>
              </a:ext>
            </a:extLst>
          </p:cNvPr>
          <p:cNvSpPr>
            <a:spLocks xmlns:a="http://schemas.openxmlformats.org/drawingml/2006/main" noGrp="1"/>
          </p:cNvSpPr>
          <p:nvPr/>
        </p:nvSpPr>
        <p:spPr>
          <a:xfrm xmlns:a="http://schemas.openxmlformats.org/drawingml/2006/main">
            <a:off x="3429000" y="72104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94" name="">
            <a:extLst xmlns:a="http://schemas.openxmlformats.org/drawingml/2006/main">
              <a:ext uri="{FF2B5EF4-FFF2-40B4-BE49-F238E27FC236}">
                <a16:creationId xmlns:a16="http://schemas.microsoft.com/office/drawing/2014/main" id="{38128EF1-8EE4-4674-9EBC-613E2D16A145}"/>
              </a:ext>
            </a:extLst>
          </p:cNvPr>
          <p:cNvSpPr>
            <a:spLocks xmlns:a="http://schemas.openxmlformats.org/drawingml/2006/main" noGrp="1"/>
          </p:cNvSpPr>
          <p:nvPr/>
        </p:nvSpPr>
        <p:spPr>
          <a:xfrm xmlns:a="http://schemas.openxmlformats.org/drawingml/2006/main">
            <a:off x="5715000" y="72104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92" name=""/>
          <p:cNvCxnSpPr>
            <a:stCxn xmlns:a="http://schemas.openxmlformats.org/drawingml/2006/main" id="93" idx="3"/>
            <a:endCxn xmlns:a="http://schemas.openxmlformats.org/drawingml/2006/main" id="94" idx="1"/>
          </p:cNvCxnSpPr>
          <p:nvPr/>
        </p:nvCxnSpPr>
        <p:spPr>
          <a:xfrm xmlns:a="http://schemas.openxmlformats.org/drawingml/2006/main">
            <a:off x="3438525" y="7215188"/>
            <a:ext cx="227647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96" name="Cấu hình hệ thống">
            <a:extLst xmlns:a="http://schemas.openxmlformats.org/drawingml/2006/main">
              <a:ext uri="{FF2B5EF4-FFF2-40B4-BE49-F238E27FC236}">
                <a16:creationId xmlns:a16="http://schemas.microsoft.com/office/drawing/2014/main" id="{96D5685E-EB90-4658-A43A-F9261C7FD895}"/>
              </a:ext>
            </a:extLst>
          </p:cNvPr>
          <p:cNvSpPr>
            <a:spLocks xmlns:a="http://schemas.openxmlformats.org/drawingml/2006/main" noGrp="1"/>
          </p:cNvSpPr>
          <p:nvPr/>
        </p:nvSpPr>
        <p:spPr>
          <a:xfrm xmlns:a="http://schemas.openxmlformats.org/drawingml/2006/main">
            <a:off x="3476625" y="670560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Cấu hình</a:t>
            </a:r>
          </a:p>
        </p:txBody>
      </p:sp>
      <p:sp>
        <p:nvSpPr>
          <p:cNvPr id="97" name="">
            <a:extLst xmlns:a="http://schemas.openxmlformats.org/drawingml/2006/main">
              <a:ext uri="{FF2B5EF4-FFF2-40B4-BE49-F238E27FC236}">
                <a16:creationId xmlns:a16="http://schemas.microsoft.com/office/drawing/2014/main" id="{A6703B90-C9AF-4B4E-B5F7-683749DBAA1B}"/>
              </a:ext>
            </a:extLst>
          </p:cNvPr>
          <p:cNvSpPr>
            <a:spLocks xmlns:a="http://schemas.openxmlformats.org/drawingml/2006/main" noGrp="1"/>
          </p:cNvSpPr>
          <p:nvPr/>
        </p:nvSpPr>
        <p:spPr>
          <a:xfrm xmlns:a="http://schemas.openxmlformats.org/drawingml/2006/main">
            <a:off x="5715000" y="76390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98" name="">
            <a:extLst xmlns:a="http://schemas.openxmlformats.org/drawingml/2006/main">
              <a:ext uri="{FF2B5EF4-FFF2-40B4-BE49-F238E27FC236}">
                <a16:creationId xmlns:a16="http://schemas.microsoft.com/office/drawing/2014/main" id="{A60CB8E7-C2E7-4411-8987-C6DE2C079189}"/>
              </a:ext>
            </a:extLst>
          </p:cNvPr>
          <p:cNvSpPr>
            <a:spLocks xmlns:a="http://schemas.openxmlformats.org/drawingml/2006/main" noGrp="1"/>
          </p:cNvSpPr>
          <p:nvPr/>
        </p:nvSpPr>
        <p:spPr>
          <a:xfrm xmlns:a="http://schemas.openxmlformats.org/drawingml/2006/main">
            <a:off x="3429000" y="76390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96" name=""/>
          <p:cNvCxnSpPr>
            <a:stCxn xmlns:a="http://schemas.openxmlformats.org/drawingml/2006/main" id="97" idx="3"/>
            <a:endCxn xmlns:a="http://schemas.openxmlformats.org/drawingml/2006/main" id="98" idx="1"/>
          </p:cNvCxnSpPr>
          <p:nvPr/>
        </p:nvCxnSpPr>
        <p:spPr>
          <a:xfrm xmlns:a="http://schemas.openxmlformats.org/drawingml/2006/main" flipH="1">
            <a:off x="3429000" y="7643813"/>
            <a:ext cx="229552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100" name="Thông tin cấu hình">
            <a:extLst xmlns:a="http://schemas.openxmlformats.org/drawingml/2006/main">
              <a:ext uri="{FF2B5EF4-FFF2-40B4-BE49-F238E27FC236}">
                <a16:creationId xmlns:a16="http://schemas.microsoft.com/office/drawing/2014/main" id="{0B132051-2B46-4109-AACE-16F9F45ABAA9}"/>
              </a:ext>
            </a:extLst>
          </p:cNvPr>
          <p:cNvSpPr>
            <a:spLocks xmlns:a="http://schemas.openxmlformats.org/drawingml/2006/main" noGrp="1"/>
          </p:cNvSpPr>
          <p:nvPr/>
        </p:nvSpPr>
        <p:spPr>
          <a:xfrm xmlns:a="http://schemas.openxmlformats.org/drawingml/2006/main">
            <a:off x="3476625" y="773430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Kết quả cấu hình</a:t>
            </a:r>
          </a:p>
        </p:txBody>
      </p:sp>
      <p:sp>
        <p:nvSpPr>
          <p:cNvPr id="101" name="">
            <a:extLst xmlns:a="http://schemas.openxmlformats.org/drawingml/2006/main">
              <a:ext uri="{FF2B5EF4-FFF2-40B4-BE49-F238E27FC236}">
                <a16:creationId xmlns:a16="http://schemas.microsoft.com/office/drawing/2014/main" id="{360B738D-22CB-4950-81F6-BD322D4A0C0E}"/>
              </a:ext>
            </a:extLst>
          </p:cNvPr>
          <p:cNvSpPr>
            <a:spLocks xmlns:a="http://schemas.openxmlformats.org/drawingml/2006/main" noGrp="1"/>
          </p:cNvSpPr>
          <p:nvPr/>
        </p:nvSpPr>
        <p:spPr>
          <a:xfrm xmlns:a="http://schemas.openxmlformats.org/drawingml/2006/main">
            <a:off x="9810750" y="72104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102" name="">
            <a:extLst xmlns:a="http://schemas.openxmlformats.org/drawingml/2006/main">
              <a:ext uri="{FF2B5EF4-FFF2-40B4-BE49-F238E27FC236}">
                <a16:creationId xmlns:a16="http://schemas.microsoft.com/office/drawing/2014/main" id="{90233583-5D4F-4A50-96E9-5D99191FA440}"/>
              </a:ext>
            </a:extLst>
          </p:cNvPr>
          <p:cNvSpPr>
            <a:spLocks xmlns:a="http://schemas.openxmlformats.org/drawingml/2006/main" noGrp="1"/>
          </p:cNvSpPr>
          <p:nvPr/>
        </p:nvSpPr>
        <p:spPr>
          <a:xfrm xmlns:a="http://schemas.openxmlformats.org/drawingml/2006/main">
            <a:off x="12858750" y="72104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200" name=""/>
          <p:cNvCxnSpPr>
            <a:stCxn xmlns:a="http://schemas.openxmlformats.org/drawingml/2006/main" id="101" idx="3"/>
            <a:endCxn xmlns:a="http://schemas.openxmlformats.org/drawingml/2006/main" id="102" idx="1"/>
          </p:cNvCxnSpPr>
          <p:nvPr/>
        </p:nvCxnSpPr>
        <p:spPr>
          <a:xfrm xmlns:a="http://schemas.openxmlformats.org/drawingml/2006/main">
            <a:off x="9820275" y="7215188"/>
            <a:ext cx="303847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104" name="Cấu hình AI">
            <a:extLst xmlns:a="http://schemas.openxmlformats.org/drawingml/2006/main">
              <a:ext uri="{FF2B5EF4-FFF2-40B4-BE49-F238E27FC236}">
                <a16:creationId xmlns:a16="http://schemas.microsoft.com/office/drawing/2014/main" id="{C0E3F64B-B6E7-448C-8531-1A5200E670EB}"/>
              </a:ext>
            </a:extLst>
          </p:cNvPr>
          <p:cNvSpPr>
            <a:spLocks xmlns:a="http://schemas.openxmlformats.org/drawingml/2006/main" noGrp="1"/>
          </p:cNvSpPr>
          <p:nvPr/>
        </p:nvSpPr>
        <p:spPr>
          <a:xfrm xmlns:a="http://schemas.openxmlformats.org/drawingml/2006/main">
            <a:off x="9906000" y="6705600"/>
            <a:ext cx="2905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Cấu hình AI</a:t>
            </a:r>
          </a:p>
        </p:txBody>
      </p:sp>
      <p:sp>
        <p:nvSpPr>
          <p:cNvPr id="105" name="">
            <a:extLst xmlns:a="http://schemas.openxmlformats.org/drawingml/2006/main">
              <a:ext uri="{FF2B5EF4-FFF2-40B4-BE49-F238E27FC236}">
                <a16:creationId xmlns:a16="http://schemas.microsoft.com/office/drawing/2014/main" id="{2D3E9C1E-C29B-4918-81CA-84E7E6802F6B}"/>
              </a:ext>
            </a:extLst>
          </p:cNvPr>
          <p:cNvSpPr>
            <a:spLocks xmlns:a="http://schemas.openxmlformats.org/drawingml/2006/main" noGrp="1"/>
          </p:cNvSpPr>
          <p:nvPr/>
        </p:nvSpPr>
        <p:spPr>
          <a:xfrm xmlns:a="http://schemas.openxmlformats.org/drawingml/2006/main">
            <a:off x="12858750" y="76390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106" name="">
            <a:extLst xmlns:a="http://schemas.openxmlformats.org/drawingml/2006/main">
              <a:ext uri="{FF2B5EF4-FFF2-40B4-BE49-F238E27FC236}">
                <a16:creationId xmlns:a16="http://schemas.microsoft.com/office/drawing/2014/main" id="{968CE452-B972-4012-976B-05A7DF062F0F}"/>
              </a:ext>
            </a:extLst>
          </p:cNvPr>
          <p:cNvSpPr>
            <a:spLocks xmlns:a="http://schemas.openxmlformats.org/drawingml/2006/main" noGrp="1"/>
          </p:cNvSpPr>
          <p:nvPr/>
        </p:nvSpPr>
        <p:spPr>
          <a:xfrm xmlns:a="http://schemas.openxmlformats.org/drawingml/2006/main">
            <a:off x="9810750" y="76390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204" name=""/>
          <p:cNvCxnSpPr>
            <a:stCxn xmlns:a="http://schemas.openxmlformats.org/drawingml/2006/main" id="105" idx="3"/>
            <a:endCxn xmlns:a="http://schemas.openxmlformats.org/drawingml/2006/main" id="106" idx="1"/>
          </p:cNvCxnSpPr>
          <p:nvPr/>
        </p:nvCxnSpPr>
        <p:spPr>
          <a:xfrm xmlns:a="http://schemas.openxmlformats.org/drawingml/2006/main" flipH="1">
            <a:off x="9810750" y="7643813"/>
            <a:ext cx="305752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108" name="Dữ liệu đã lưu">
            <a:extLst xmlns:a="http://schemas.openxmlformats.org/drawingml/2006/main">
              <a:ext uri="{FF2B5EF4-FFF2-40B4-BE49-F238E27FC236}">
                <a16:creationId xmlns:a16="http://schemas.microsoft.com/office/drawing/2014/main" id="{514AD24D-2312-46F2-8975-5AB3E5E37BBF}"/>
              </a:ext>
            </a:extLst>
          </p:cNvPr>
          <p:cNvSpPr>
            <a:spLocks xmlns:a="http://schemas.openxmlformats.org/drawingml/2006/main" noGrp="1"/>
          </p:cNvSpPr>
          <p:nvPr/>
        </p:nvSpPr>
        <p:spPr>
          <a:xfrm xmlns:a="http://schemas.openxmlformats.org/drawingml/2006/main">
            <a:off x="9906000" y="7734300"/>
            <a:ext cx="2905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Dữ liệu đã lưu</a:t>
            </a:r>
          </a:p>
        </p:txBody>
      </p:sp>
      <p:sp>
        <p:nvSpPr>
          <p:cNvPr id="109" name="1.0–3.0 ↔ Dịch vụ AI: prompt/ngữ cảnh ↔ văn bản/vector/media. K1:">
            <a:extLst xmlns:a="http://schemas.openxmlformats.org/drawingml/2006/main">
              <a:ext uri="{FF2B5EF4-FFF2-40B4-BE49-F238E27FC236}">
                <a16:creationId xmlns:a16="http://schemas.microsoft.com/office/drawing/2014/main" id="{076B165E-217F-43C9-BAA1-5CD6F763E7E2}"/>
              </a:ext>
            </a:extLst>
          </p:cNvPr>
          <p:cNvSpPr>
            <a:spLocks xmlns:a="http://schemas.openxmlformats.org/drawingml/2006/main" noGrp="1"/>
          </p:cNvSpPr>
          <p:nvPr/>
        </p:nvSpPr>
        <p:spPr>
          <a:xfrm xmlns:a="http://schemas.openxmlformats.org/drawingml/2006/main">
            <a:off x="1095375" y="869632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8657D"/>
                </a:solidFill>
                <a:latin typeface="Arial"/>
                <a:ea typeface="Arial"/>
                <a:cs typeface="Arial"/>
              </a:defRPr>
            </a:pPr>
            <a:r>
              <a:rPr sz="2025" b="0">
                <a:solidFill>
                  <a:srgbClr val="58657D"/>
                </a:solidFill>
                <a:latin typeface="Arial"/>
                <a:ea typeface="Arial"/>
                <a:cs typeface="Arial"/>
              </a:rPr>
              <a:t>1.0–3.0 ↔ Dịch vụ AI: prompt/ngữ cảnh ↔ văn bản/vector/media. K1: nguồn; K2: notebook/note/chat. Kho / tác nhân lặp để dễ đọc.</a:t>
            </a:r>
          </a:p>
        </p:txBody>
      </p:sp>
    </p:spTree>
    <p:extLst>
      <p:ext uri="{BB962C8B-B14F-4D97-AF65-F5344CB8AC3E}">
        <p14:creationId xmlns:p14="http://schemas.microsoft.com/office/powerpoint/2010/main" val="1856122589"/>
      </p:ext>
    </p:extLst>
  </p:cSld>
</p:sld>
</file>

<file path=ppt/slides/slide9.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DFD mức 2: xử lý nguồn">
            <a:extLst xmlns:a="http://schemas.openxmlformats.org/drawingml/2006/main">
              <a:ext uri="{FF2B5EF4-FFF2-40B4-BE49-F238E27FC236}">
                <a16:creationId xmlns:a16="http://schemas.microsoft.com/office/drawing/2014/main" id="{35203A0B-BD86-4109-9ECA-7580DEC16E10}"/>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DFD mức 2: xử lý nguồn</a:t>
            </a:r>
          </a:p>
        </p:txBody>
      </p:sp>
      <p:sp>
        <p:nvSpPr>
          <p:cNvPr id="22" name="DFD">
            <a:extLst xmlns:a="http://schemas.openxmlformats.org/drawingml/2006/main">
              <a:ext uri="{FF2B5EF4-FFF2-40B4-BE49-F238E27FC236}">
                <a16:creationId xmlns:a16="http://schemas.microsoft.com/office/drawing/2014/main" id="{B72133C6-B35B-41AC-A010-016247E49E6B}"/>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DFD</a:t>
            </a:r>
          </a:p>
        </p:txBody>
      </p:sp>
      <p:sp>
        <p:nvSpPr>
          <p:cNvPr id="23" name="NotebookE / Phân tích &amp; thiết kế">
            <a:extLst xmlns:a="http://schemas.openxmlformats.org/drawingml/2006/main">
              <a:ext uri="{FF2B5EF4-FFF2-40B4-BE49-F238E27FC236}">
                <a16:creationId xmlns:a16="http://schemas.microsoft.com/office/drawing/2014/main" id="{DCF8D30F-E173-468A-9542-11081F49BF81}"/>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21 / 20">
            <a:extLst xmlns:a="http://schemas.openxmlformats.org/drawingml/2006/main">
              <a:ext uri="{FF2B5EF4-FFF2-40B4-BE49-F238E27FC236}">
                <a16:creationId xmlns:a16="http://schemas.microsoft.com/office/drawing/2014/main" id="{90930A6D-1504-48B0-88DE-A7BE19FC6CA5}"/>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09 / 20</a:t>
            </a:r>
          </a:p>
        </p:txBody>
      </p:sp>
      <p:sp>
        <p:nvSpPr>
          <p:cNvPr id="25" name="1.1 Tiếp nhận">
            <a:extLst xmlns:a="http://schemas.openxmlformats.org/drawingml/2006/main">
              <a:ext uri="{FF2B5EF4-FFF2-40B4-BE49-F238E27FC236}">
                <a16:creationId xmlns:a16="http://schemas.microsoft.com/office/drawing/2014/main" id="{A4887B85-3853-44BC-9B36-37F5CD6B96D9}"/>
              </a:ext>
            </a:extLst>
          </p:cNvPr>
          <p:cNvSpPr>
            <a:spLocks xmlns:a="http://schemas.openxmlformats.org/drawingml/2006/main" noGrp="1"/>
          </p:cNvSpPr>
          <p:nvPr/>
        </p:nvSpPr>
        <p:spPr>
          <a:xfrm xmlns:a="http://schemas.openxmlformats.org/drawingml/2006/main">
            <a:off x="1143000" y="3619500"/>
            <a:ext cx="3619500" cy="1000125"/>
          </a:xfrm>
          <a:prstGeom xmlns:a="http://schemas.openxmlformats.org/drawingml/2006/main" prst="roundRect">
            <a:avLst>
              <a:gd name="adj" fmla="val 7619"/>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1.1 Tiếp nhận</a:t>
            </a:r>
          </a:p>
        </p:txBody>
      </p:sp>
      <p:sp>
        <p:nvSpPr>
          <p:cNvPr id="26" name="1.2 Trích xuất">
            <a:extLst xmlns:a="http://schemas.openxmlformats.org/drawingml/2006/main">
              <a:ext uri="{FF2B5EF4-FFF2-40B4-BE49-F238E27FC236}">
                <a16:creationId xmlns:a16="http://schemas.microsoft.com/office/drawing/2014/main" id="{97BBEE3A-0935-4899-8496-D5DE1500BF35}"/>
              </a:ext>
            </a:extLst>
          </p:cNvPr>
          <p:cNvSpPr>
            <a:spLocks xmlns:a="http://schemas.openxmlformats.org/drawingml/2006/main" noGrp="1"/>
          </p:cNvSpPr>
          <p:nvPr/>
        </p:nvSpPr>
        <p:spPr>
          <a:xfrm xmlns:a="http://schemas.openxmlformats.org/drawingml/2006/main">
            <a:off x="7239000" y="3619500"/>
            <a:ext cx="3619500" cy="1000125"/>
          </a:xfrm>
          <a:prstGeom xmlns:a="http://schemas.openxmlformats.org/drawingml/2006/main" prst="roundRect">
            <a:avLst>
              <a:gd name="adj" fmla="val 7619"/>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1.2 Trích xuất</a:t>
            </a:r>
          </a:p>
        </p:txBody>
      </p:sp>
      <p:sp>
        <p:nvSpPr>
          <p:cNvPr id="27" name="1.3 Lập chỉ mục">
            <a:extLst xmlns:a="http://schemas.openxmlformats.org/drawingml/2006/main">
              <a:ext uri="{FF2B5EF4-FFF2-40B4-BE49-F238E27FC236}">
                <a16:creationId xmlns:a16="http://schemas.microsoft.com/office/drawing/2014/main" id="{7BC7A3D0-344D-484A-A20F-33D314703E22}"/>
              </a:ext>
            </a:extLst>
          </p:cNvPr>
          <p:cNvSpPr>
            <a:spLocks xmlns:a="http://schemas.openxmlformats.org/drawingml/2006/main" noGrp="1"/>
          </p:cNvSpPr>
          <p:nvPr/>
        </p:nvSpPr>
        <p:spPr>
          <a:xfrm xmlns:a="http://schemas.openxmlformats.org/drawingml/2006/main">
            <a:off x="13335000" y="3619500"/>
            <a:ext cx="3619500" cy="1000125"/>
          </a:xfrm>
          <a:prstGeom xmlns:a="http://schemas.openxmlformats.org/drawingml/2006/main" prst="roundRect">
            <a:avLst>
              <a:gd name="adj" fmla="val 7619"/>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1.3 Lập chỉ mục</a:t>
            </a:r>
          </a:p>
        </p:txBody>
      </p:sp>
      <p:cxnSp>
        <p:nvCxnSpPr>
          <p:cNvPr id="75" name=""/>
          <p:cNvCxnSpPr>
            <a:stCxn xmlns:a="http://schemas.openxmlformats.org/drawingml/2006/main" id="25" idx="3"/>
            <a:endCxn xmlns:a="http://schemas.openxmlformats.org/drawingml/2006/main" id="26" idx="1"/>
          </p:cNvCxnSpPr>
          <p:nvPr/>
        </p:nvCxnSpPr>
        <p:spPr>
          <a:xfrm xmlns:a="http://schemas.openxmlformats.org/drawingml/2006/main">
            <a:off x="4762500" y="4119563"/>
            <a:ext cx="2476500"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29" name="Tệp / URL / văn bản">
            <a:extLst xmlns:a="http://schemas.openxmlformats.org/drawingml/2006/main">
              <a:ext uri="{FF2B5EF4-FFF2-40B4-BE49-F238E27FC236}">
                <a16:creationId xmlns:a16="http://schemas.microsoft.com/office/drawing/2014/main" id="{CD0A66C4-9F5C-411A-B417-C66D96BCBABB}"/>
              </a:ext>
            </a:extLst>
          </p:cNvPr>
          <p:cNvSpPr>
            <a:spLocks xmlns:a="http://schemas.openxmlformats.org/drawingml/2006/main" noGrp="1"/>
          </p:cNvSpPr>
          <p:nvPr/>
        </p:nvSpPr>
        <p:spPr>
          <a:xfrm xmlns:a="http://schemas.openxmlformats.org/drawingml/2006/main">
            <a:off x="4762500" y="4714875"/>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Tệp / URL / văn bản</a:t>
            </a:r>
          </a:p>
        </p:txBody>
      </p:sp>
      <p:cxnSp>
        <p:nvCxnSpPr>
          <p:cNvPr id="77" name=""/>
          <p:cNvCxnSpPr>
            <a:stCxn xmlns:a="http://schemas.openxmlformats.org/drawingml/2006/main" id="26" idx="3"/>
            <a:endCxn xmlns:a="http://schemas.openxmlformats.org/drawingml/2006/main" id="27" idx="1"/>
          </p:cNvCxnSpPr>
          <p:nvPr/>
        </p:nvCxnSpPr>
        <p:spPr>
          <a:xfrm xmlns:a="http://schemas.openxmlformats.org/drawingml/2006/main">
            <a:off x="10858500" y="4119563"/>
            <a:ext cx="2476500"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1" name="Văn bản / metadata">
            <a:extLst xmlns:a="http://schemas.openxmlformats.org/drawingml/2006/main">
              <a:ext uri="{FF2B5EF4-FFF2-40B4-BE49-F238E27FC236}">
                <a16:creationId xmlns:a16="http://schemas.microsoft.com/office/drawing/2014/main" id="{544421AB-10FB-4F34-AF4D-1FC74EB0875C}"/>
              </a:ext>
            </a:extLst>
          </p:cNvPr>
          <p:cNvSpPr>
            <a:spLocks xmlns:a="http://schemas.openxmlformats.org/drawingml/2006/main" noGrp="1"/>
          </p:cNvSpPr>
          <p:nvPr/>
        </p:nvSpPr>
        <p:spPr>
          <a:xfrm xmlns:a="http://schemas.openxmlformats.org/drawingml/2006/main">
            <a:off x="10858500" y="3000375"/>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Văn bản / metadata</a:t>
            </a:r>
          </a:p>
        </p:txBody>
      </p:sp>
      <p:sp>
        <p:nvSpPr>
          <p:cNvPr id="32" name="Người dùng">
            <a:extLst xmlns:a="http://schemas.openxmlformats.org/drawingml/2006/main">
              <a:ext uri="{FF2B5EF4-FFF2-40B4-BE49-F238E27FC236}">
                <a16:creationId xmlns:a16="http://schemas.microsoft.com/office/drawing/2014/main" id="{ACBC1A13-6EA0-4BF2-893F-EBC57E67DC3F}"/>
              </a:ext>
            </a:extLst>
          </p:cNvPr>
          <p:cNvSpPr>
            <a:spLocks xmlns:a="http://schemas.openxmlformats.org/drawingml/2006/main" noGrp="1"/>
          </p:cNvSpPr>
          <p:nvPr/>
        </p:nvSpPr>
        <p:spPr>
          <a:xfrm xmlns:a="http://schemas.openxmlformats.org/drawingml/2006/main">
            <a:off x="1143000" y="2333625"/>
            <a:ext cx="3619500"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100">
                <a:solidFill>
                  <a:srgbClr val="0B1D38"/>
                </a:solidFill>
                <a:latin typeface="Arial"/>
                <a:ea typeface="Arial"/>
                <a:cs typeface="Arial"/>
              </a:defRPr>
            </a:pPr>
            <a:r>
              <a:rPr sz="2100">
                <a:solidFill>
                  <a:srgbClr val="0B1D38"/>
                </a:solidFill>
                <a:latin typeface="Arial"/>
                <a:ea typeface="Arial"/>
                <a:cs typeface="Arial"/>
              </a:rPr>
              <a:t>Người dùng</a:t>
            </a:r>
          </a:p>
        </p:txBody>
      </p:sp>
      <p:sp>
        <p:nvSpPr>
          <p:cNvPr id="33" name="">
            <a:extLst xmlns:a="http://schemas.openxmlformats.org/drawingml/2006/main">
              <a:ext uri="{FF2B5EF4-FFF2-40B4-BE49-F238E27FC236}">
                <a16:creationId xmlns:a16="http://schemas.microsoft.com/office/drawing/2014/main" id="{BDF46944-ED25-4F1C-8CD9-A98E0D435FD7}"/>
              </a:ext>
            </a:extLst>
          </p:cNvPr>
          <p:cNvSpPr>
            <a:spLocks xmlns:a="http://schemas.openxmlformats.org/drawingml/2006/main" noGrp="1"/>
          </p:cNvSpPr>
          <p:nvPr/>
        </p:nvSpPr>
        <p:spPr>
          <a:xfrm xmlns:a="http://schemas.openxmlformats.org/drawingml/2006/main">
            <a:off x="2095500" y="300037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34" name="">
            <a:extLst xmlns:a="http://schemas.openxmlformats.org/drawingml/2006/main">
              <a:ext uri="{FF2B5EF4-FFF2-40B4-BE49-F238E27FC236}">
                <a16:creationId xmlns:a16="http://schemas.microsoft.com/office/drawing/2014/main" id="{79D736A1-3585-4ACE-A5E1-342BD33B9E6A}"/>
              </a:ext>
            </a:extLst>
          </p:cNvPr>
          <p:cNvSpPr>
            <a:spLocks xmlns:a="http://schemas.openxmlformats.org/drawingml/2006/main" noGrp="1"/>
          </p:cNvSpPr>
          <p:nvPr/>
        </p:nvSpPr>
        <p:spPr>
          <a:xfrm xmlns:a="http://schemas.openxmlformats.org/drawingml/2006/main">
            <a:off x="2095500" y="36195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82" name=""/>
          <p:cNvCxnSpPr>
            <a:stCxn xmlns:a="http://schemas.openxmlformats.org/drawingml/2006/main" id="33" idx="3"/>
            <a:endCxn xmlns:a="http://schemas.openxmlformats.org/drawingml/2006/main" id="34" idx="1"/>
          </p:cNvCxnSpPr>
          <p:nvPr/>
        </p:nvCxnSpPr>
        <p:spPr>
          <a:xfrm xmlns:a="http://schemas.openxmlformats.org/drawingml/2006/main" flipH="1">
            <a:off x="2095500" y="3005138"/>
            <a:ext cx="9525" cy="619125"/>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6" name="Tài liệu">
            <a:extLst xmlns:a="http://schemas.openxmlformats.org/drawingml/2006/main">
              <a:ext uri="{FF2B5EF4-FFF2-40B4-BE49-F238E27FC236}">
                <a16:creationId xmlns:a16="http://schemas.microsoft.com/office/drawing/2014/main" id="{1D6ADB37-72BB-429A-9564-A074FB4A51C9}"/>
              </a:ext>
            </a:extLst>
          </p:cNvPr>
          <p:cNvSpPr>
            <a:spLocks xmlns:a="http://schemas.openxmlformats.org/drawingml/2006/main" noGrp="1"/>
          </p:cNvSpPr>
          <p:nvPr/>
        </p:nvSpPr>
        <p:spPr>
          <a:xfrm xmlns:a="http://schemas.openxmlformats.org/drawingml/2006/main">
            <a:off x="2238375" y="30956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Tài liệu</a:t>
            </a:r>
          </a:p>
        </p:txBody>
      </p:sp>
      <p:sp>
        <p:nvSpPr>
          <p:cNvPr id="37" name="">
            <a:extLst xmlns:a="http://schemas.openxmlformats.org/drawingml/2006/main">
              <a:ext uri="{FF2B5EF4-FFF2-40B4-BE49-F238E27FC236}">
                <a16:creationId xmlns:a16="http://schemas.microsoft.com/office/drawing/2014/main" id="{3FC85136-BC7A-4C35-8628-43E63D96E2DE}"/>
              </a:ext>
            </a:extLst>
          </p:cNvPr>
          <p:cNvSpPr>
            <a:spLocks xmlns:a="http://schemas.openxmlformats.org/drawingml/2006/main" noGrp="1"/>
          </p:cNvSpPr>
          <p:nvPr/>
        </p:nvSpPr>
        <p:spPr>
          <a:xfrm xmlns:a="http://schemas.openxmlformats.org/drawingml/2006/main">
            <a:off x="4000500" y="36195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38" name="">
            <a:extLst xmlns:a="http://schemas.openxmlformats.org/drawingml/2006/main">
              <a:ext uri="{FF2B5EF4-FFF2-40B4-BE49-F238E27FC236}">
                <a16:creationId xmlns:a16="http://schemas.microsoft.com/office/drawing/2014/main" id="{D7FFF361-B953-4F73-950C-45BD2B016C38}"/>
              </a:ext>
            </a:extLst>
          </p:cNvPr>
          <p:cNvSpPr>
            <a:spLocks xmlns:a="http://schemas.openxmlformats.org/drawingml/2006/main" noGrp="1"/>
          </p:cNvSpPr>
          <p:nvPr/>
        </p:nvSpPr>
        <p:spPr>
          <a:xfrm xmlns:a="http://schemas.openxmlformats.org/drawingml/2006/main">
            <a:off x="4000500" y="300037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86" name=""/>
          <p:cNvCxnSpPr>
            <a:stCxn xmlns:a="http://schemas.openxmlformats.org/drawingml/2006/main" id="37" idx="3"/>
            <a:endCxn xmlns:a="http://schemas.openxmlformats.org/drawingml/2006/main" id="38" idx="1"/>
          </p:cNvCxnSpPr>
          <p:nvPr/>
        </p:nvCxnSpPr>
        <p:spPr>
          <a:xfrm xmlns:a="http://schemas.openxmlformats.org/drawingml/2006/main" flipH="1" flipV="1">
            <a:off x="4000500" y="3005138"/>
            <a:ext cx="9525" cy="619125"/>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40" name="Mã / trạng thái">
            <a:extLst xmlns:a="http://schemas.openxmlformats.org/drawingml/2006/main">
              <a:ext uri="{FF2B5EF4-FFF2-40B4-BE49-F238E27FC236}">
                <a16:creationId xmlns:a16="http://schemas.microsoft.com/office/drawing/2014/main" id="{B947CCD0-9624-49FA-866B-53E9B205A479}"/>
              </a:ext>
            </a:extLst>
          </p:cNvPr>
          <p:cNvSpPr>
            <a:spLocks xmlns:a="http://schemas.openxmlformats.org/drawingml/2006/main" noGrp="1"/>
          </p:cNvSpPr>
          <p:nvPr/>
        </p:nvSpPr>
        <p:spPr>
          <a:xfrm xmlns:a="http://schemas.openxmlformats.org/drawingml/2006/main">
            <a:off x="4286250" y="309562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Mã / trạng thái</a:t>
            </a:r>
          </a:p>
        </p:txBody>
      </p:sp>
      <p:sp>
        <p:nvSpPr>
          <p:cNvPr id="41" name="K1  source · embedding · insight">
            <a:extLst xmlns:a="http://schemas.openxmlformats.org/drawingml/2006/main">
              <a:ext uri="{FF2B5EF4-FFF2-40B4-BE49-F238E27FC236}">
                <a16:creationId xmlns:a16="http://schemas.microsoft.com/office/drawing/2014/main" id="{03534FE4-E12E-4748-BFC2-46F4A90E1851}"/>
              </a:ext>
            </a:extLst>
          </p:cNvPr>
          <p:cNvSpPr>
            <a:spLocks xmlns:a="http://schemas.openxmlformats.org/drawingml/2006/main" noGrp="1"/>
          </p:cNvSpPr>
          <p:nvPr/>
        </p:nvSpPr>
        <p:spPr>
          <a:xfrm xmlns:a="http://schemas.openxmlformats.org/drawingml/2006/main">
            <a:off x="4762500" y="6858000"/>
            <a:ext cx="7429500" cy="762000"/>
          </a:xfrm>
          <a:prstGeom xmlns:a="http://schemas.openxmlformats.org/drawingml/2006/main" prst="rect">
            <a:avLst/>
          </a:prstGeom>
          <a:solidFill xmlns:a="http://schemas.openxmlformats.org/drawingml/2006/main">
            <a:srgbClr val="EDF0F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0B1D38"/>
                </a:solidFill>
                <a:latin typeface="Arial"/>
                <a:ea typeface="Arial"/>
                <a:cs typeface="Arial"/>
              </a:defRPr>
            </a:pPr>
            <a:r>
              <a:rPr sz="2025">
                <a:solidFill>
                  <a:srgbClr val="0B1D38"/>
                </a:solidFill>
                <a:latin typeface="Arial"/>
                <a:ea typeface="Arial"/>
                <a:cs typeface="Arial"/>
              </a:rPr>
              <a:t>K1  source · embedding · insight</a:t>
            </a:r>
          </a:p>
        </p:txBody>
      </p:sp>
      <p:sp>
        <p:nvSpPr>
          <p:cNvPr id="42" name="">
            <a:extLst xmlns:a="http://schemas.openxmlformats.org/drawingml/2006/main">
              <a:ext uri="{FF2B5EF4-FFF2-40B4-BE49-F238E27FC236}">
                <a16:creationId xmlns:a16="http://schemas.microsoft.com/office/drawing/2014/main" id="{717E6DD8-5F37-4F2D-A5E6-143224B94810}"/>
              </a:ext>
            </a:extLst>
          </p:cNvPr>
          <p:cNvSpPr>
            <a:spLocks xmlns:a="http://schemas.openxmlformats.org/drawingml/2006/main" noGrp="1"/>
          </p:cNvSpPr>
          <p:nvPr/>
        </p:nvSpPr>
        <p:spPr>
          <a:xfrm xmlns:a="http://schemas.openxmlformats.org/drawingml/2006/main">
            <a:off x="4762500" y="6858000"/>
            <a:ext cx="7429500" cy="19050"/>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C629795F-7110-4838-9BF9-126319CCBDB3}"/>
              </a:ext>
            </a:extLst>
          </p:cNvPr>
          <p:cNvSpPr>
            <a:spLocks xmlns:a="http://schemas.openxmlformats.org/drawingml/2006/main" noGrp="1"/>
          </p:cNvSpPr>
          <p:nvPr/>
        </p:nvSpPr>
        <p:spPr>
          <a:xfrm xmlns:a="http://schemas.openxmlformats.org/drawingml/2006/main">
            <a:off x="4762500" y="7620000"/>
            <a:ext cx="7429500" cy="19050"/>
          </a:xfrm>
          <a:prstGeom xmlns:a="http://schemas.openxmlformats.org/drawingml/2006/main" prst="rect">
            <a:avLst/>
          </a:prstGeom>
          <a:solidFill xmlns:a="http://schemas.openxmlformats.org/drawingml/2006/main">
            <a:srgbClr val="0B1D38"/>
          </a:solidFill>
          <a:ln xmlns:a="http://schemas.openxmlformats.org/drawingml/2006/main" w="0">
            <a:noFill/>
          </a:ln>
        </p:spPr>
      </p:sp>
      <p:cxnSp>
        <p:nvCxnSpPr>
          <p:cNvPr id="91" name=""/>
          <p:cNvCxnSpPr>
            <a:stCxn xmlns:a="http://schemas.openxmlformats.org/drawingml/2006/main" id="25" idx="2"/>
            <a:endCxn xmlns:a="http://schemas.openxmlformats.org/drawingml/2006/main" id="41" idx="1"/>
          </p:cNvCxnSpPr>
          <p:nvPr/>
        </p:nvCxnSpPr>
        <p:spPr>
          <a:xfrm xmlns:a="http://schemas.openxmlformats.org/drawingml/2006/main">
            <a:off x="2952750" y="4619625"/>
            <a:ext cx="1809750" cy="2619375"/>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45" name="Bản ghi nguồn">
            <a:extLst xmlns:a="http://schemas.openxmlformats.org/drawingml/2006/main">
              <a:ext uri="{FF2B5EF4-FFF2-40B4-BE49-F238E27FC236}">
                <a16:creationId xmlns:a16="http://schemas.microsoft.com/office/drawing/2014/main" id="{D8F4AC18-C0F2-404A-8F4C-DBB85761B9C3}"/>
              </a:ext>
            </a:extLst>
          </p:cNvPr>
          <p:cNvSpPr>
            <a:spLocks xmlns:a="http://schemas.openxmlformats.org/drawingml/2006/main" noGrp="1"/>
          </p:cNvSpPr>
          <p:nvPr/>
        </p:nvSpPr>
        <p:spPr>
          <a:xfrm xmlns:a="http://schemas.openxmlformats.org/drawingml/2006/main">
            <a:off x="1238250" y="5476875"/>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Bản ghi nguồn</a:t>
            </a:r>
          </a:p>
        </p:txBody>
      </p:sp>
      <p:cxnSp>
        <p:nvCxnSpPr>
          <p:cNvPr id="93" name=""/>
          <p:cNvCxnSpPr>
            <a:stCxn xmlns:a="http://schemas.openxmlformats.org/drawingml/2006/main" id="26" idx="2"/>
            <a:endCxn xmlns:a="http://schemas.openxmlformats.org/drawingml/2006/main" id="41" idx="0"/>
          </p:cNvCxnSpPr>
          <p:nvPr/>
        </p:nvCxnSpPr>
        <p:spPr>
          <a:xfrm xmlns:a="http://schemas.openxmlformats.org/drawingml/2006/main" flipH="1">
            <a:off x="8477250" y="4619625"/>
            <a:ext cx="571500" cy="2238375"/>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47" name="Nội dung">
            <a:extLst xmlns:a="http://schemas.openxmlformats.org/drawingml/2006/main">
              <a:ext uri="{FF2B5EF4-FFF2-40B4-BE49-F238E27FC236}">
                <a16:creationId xmlns:a16="http://schemas.microsoft.com/office/drawing/2014/main" id="{F441021E-4782-494E-845D-AD85BEC2E9D6}"/>
              </a:ext>
            </a:extLst>
          </p:cNvPr>
          <p:cNvSpPr>
            <a:spLocks xmlns:a="http://schemas.openxmlformats.org/drawingml/2006/main" noGrp="1"/>
          </p:cNvSpPr>
          <p:nvPr/>
        </p:nvSpPr>
        <p:spPr>
          <a:xfrm xmlns:a="http://schemas.openxmlformats.org/drawingml/2006/main">
            <a:off x="7381875" y="576262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Nội dung</a:t>
            </a:r>
          </a:p>
        </p:txBody>
      </p:sp>
      <p:cxnSp>
        <p:nvCxnSpPr>
          <p:cNvPr id="95" name=""/>
          <p:cNvCxnSpPr>
            <a:stCxn xmlns:a="http://schemas.openxmlformats.org/drawingml/2006/main" id="27" idx="2"/>
            <a:endCxn xmlns:a="http://schemas.openxmlformats.org/drawingml/2006/main" id="41" idx="3"/>
          </p:cNvCxnSpPr>
          <p:nvPr/>
        </p:nvCxnSpPr>
        <p:spPr>
          <a:xfrm xmlns:a="http://schemas.openxmlformats.org/drawingml/2006/main" flipH="1">
            <a:off x="12192000" y="4619625"/>
            <a:ext cx="2952750" cy="2619375"/>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49" name="Chunk / vector / insight">
            <a:extLst xmlns:a="http://schemas.openxmlformats.org/drawingml/2006/main">
              <a:ext uri="{FF2B5EF4-FFF2-40B4-BE49-F238E27FC236}">
                <a16:creationId xmlns:a16="http://schemas.microsoft.com/office/drawing/2014/main" id="{49F3BE23-F583-4E07-82FF-2B32C6BB717B}"/>
              </a:ext>
            </a:extLst>
          </p:cNvPr>
          <p:cNvSpPr>
            <a:spLocks xmlns:a="http://schemas.openxmlformats.org/drawingml/2006/main" noGrp="1"/>
          </p:cNvSpPr>
          <p:nvPr/>
        </p:nvSpPr>
        <p:spPr>
          <a:xfrm xmlns:a="http://schemas.openxmlformats.org/drawingml/2006/main">
            <a:off x="12573000" y="561975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Chunk / vector / insight</a:t>
            </a:r>
          </a:p>
        </p:txBody>
      </p:sp>
      <p:sp>
        <p:nvSpPr>
          <p:cNvPr id="50" name="Dịch vụ AI">
            <a:extLst xmlns:a="http://schemas.openxmlformats.org/drawingml/2006/main">
              <a:ext uri="{FF2B5EF4-FFF2-40B4-BE49-F238E27FC236}">
                <a16:creationId xmlns:a16="http://schemas.microsoft.com/office/drawing/2014/main" id="{FD19EF31-DA2C-44AC-875E-3D24877DDD69}"/>
              </a:ext>
            </a:extLst>
          </p:cNvPr>
          <p:cNvSpPr>
            <a:spLocks xmlns:a="http://schemas.openxmlformats.org/drawingml/2006/main" noGrp="1"/>
          </p:cNvSpPr>
          <p:nvPr/>
        </p:nvSpPr>
        <p:spPr>
          <a:xfrm xmlns:a="http://schemas.openxmlformats.org/drawingml/2006/main">
            <a:off x="13811250" y="7191375"/>
            <a:ext cx="314325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100">
                <a:solidFill>
                  <a:srgbClr val="0B1D38"/>
                </a:solidFill>
                <a:latin typeface="Arial"/>
                <a:ea typeface="Arial"/>
                <a:cs typeface="Arial"/>
              </a:defRPr>
            </a:pPr>
            <a:r>
              <a:rPr sz="2100">
                <a:solidFill>
                  <a:srgbClr val="0B1D38"/>
                </a:solidFill>
                <a:latin typeface="Arial"/>
                <a:ea typeface="Arial"/>
                <a:cs typeface="Arial"/>
              </a:rPr>
              <a:t>Dịch vụ AI</a:t>
            </a:r>
          </a:p>
        </p:txBody>
      </p:sp>
      <p:sp>
        <p:nvSpPr>
          <p:cNvPr id="51" name="">
            <a:extLst xmlns:a="http://schemas.openxmlformats.org/drawingml/2006/main">
              <a:ext uri="{FF2B5EF4-FFF2-40B4-BE49-F238E27FC236}">
                <a16:creationId xmlns:a16="http://schemas.microsoft.com/office/drawing/2014/main" id="{5C635C9D-D737-4EBA-B96D-847A18EC8AF1}"/>
              </a:ext>
            </a:extLst>
          </p:cNvPr>
          <p:cNvSpPr>
            <a:spLocks xmlns:a="http://schemas.openxmlformats.org/drawingml/2006/main" noGrp="1"/>
          </p:cNvSpPr>
          <p:nvPr/>
        </p:nvSpPr>
        <p:spPr>
          <a:xfrm xmlns:a="http://schemas.openxmlformats.org/drawingml/2006/main">
            <a:off x="15049500" y="46196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52" name="">
            <a:extLst xmlns:a="http://schemas.openxmlformats.org/drawingml/2006/main">
              <a:ext uri="{FF2B5EF4-FFF2-40B4-BE49-F238E27FC236}">
                <a16:creationId xmlns:a16="http://schemas.microsoft.com/office/drawing/2014/main" id="{3F631F8A-E274-42F0-825B-D06006A3E8B2}"/>
              </a:ext>
            </a:extLst>
          </p:cNvPr>
          <p:cNvSpPr>
            <a:spLocks xmlns:a="http://schemas.openxmlformats.org/drawingml/2006/main" noGrp="1"/>
          </p:cNvSpPr>
          <p:nvPr/>
        </p:nvSpPr>
        <p:spPr>
          <a:xfrm xmlns:a="http://schemas.openxmlformats.org/drawingml/2006/main">
            <a:off x="15049500" y="719137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00" name=""/>
          <p:cNvCxnSpPr>
            <a:stCxn xmlns:a="http://schemas.openxmlformats.org/drawingml/2006/main" id="51" idx="3"/>
            <a:endCxn xmlns:a="http://schemas.openxmlformats.org/drawingml/2006/main" id="52" idx="1"/>
          </p:cNvCxnSpPr>
          <p:nvPr/>
        </p:nvCxnSpPr>
        <p:spPr>
          <a:xfrm xmlns:a="http://schemas.openxmlformats.org/drawingml/2006/main" flipH="1">
            <a:off x="15049500" y="4624388"/>
            <a:ext cx="9525" cy="257175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54" name="Văn bản / prompt">
            <a:extLst xmlns:a="http://schemas.openxmlformats.org/drawingml/2006/main">
              <a:ext uri="{FF2B5EF4-FFF2-40B4-BE49-F238E27FC236}">
                <a16:creationId xmlns:a16="http://schemas.microsoft.com/office/drawing/2014/main" id="{0C2C27C4-9D85-44BD-B4DC-1BF43863A47B}"/>
              </a:ext>
            </a:extLst>
          </p:cNvPr>
          <p:cNvSpPr>
            <a:spLocks xmlns:a="http://schemas.openxmlformats.org/drawingml/2006/main" noGrp="1"/>
          </p:cNvSpPr>
          <p:nvPr/>
        </p:nvSpPr>
        <p:spPr>
          <a:xfrm xmlns:a="http://schemas.openxmlformats.org/drawingml/2006/main">
            <a:off x="15240000" y="6000750"/>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Văn bản / prompt</a:t>
            </a:r>
          </a:p>
        </p:txBody>
      </p:sp>
      <p:sp>
        <p:nvSpPr>
          <p:cNvPr id="55" name="">
            <a:extLst xmlns:a="http://schemas.openxmlformats.org/drawingml/2006/main">
              <a:ext uri="{FF2B5EF4-FFF2-40B4-BE49-F238E27FC236}">
                <a16:creationId xmlns:a16="http://schemas.microsoft.com/office/drawing/2014/main" id="{F5D6DA45-C02F-4F69-9DFE-DD2DE9558FC5}"/>
              </a:ext>
            </a:extLst>
          </p:cNvPr>
          <p:cNvSpPr>
            <a:spLocks xmlns:a="http://schemas.openxmlformats.org/drawingml/2006/main" noGrp="1"/>
          </p:cNvSpPr>
          <p:nvPr/>
        </p:nvSpPr>
        <p:spPr>
          <a:xfrm xmlns:a="http://schemas.openxmlformats.org/drawingml/2006/main">
            <a:off x="13811250" y="74771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56" name="">
            <a:extLst xmlns:a="http://schemas.openxmlformats.org/drawingml/2006/main">
              <a:ext uri="{FF2B5EF4-FFF2-40B4-BE49-F238E27FC236}">
                <a16:creationId xmlns:a16="http://schemas.microsoft.com/office/drawing/2014/main" id="{1FBD3B74-7593-4AD7-A870-1F5B8B73447E}"/>
              </a:ext>
            </a:extLst>
          </p:cNvPr>
          <p:cNvSpPr>
            <a:spLocks xmlns:a="http://schemas.openxmlformats.org/drawingml/2006/main" noGrp="1"/>
          </p:cNvSpPr>
          <p:nvPr/>
        </p:nvSpPr>
        <p:spPr>
          <a:xfrm xmlns:a="http://schemas.openxmlformats.org/drawingml/2006/main">
            <a:off x="13335000" y="44291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04" name=""/>
          <p:cNvCxnSpPr>
            <a:stCxn xmlns:a="http://schemas.openxmlformats.org/drawingml/2006/main" id="55" idx="3"/>
            <a:endCxn xmlns:a="http://schemas.openxmlformats.org/drawingml/2006/main" id="56" idx="1"/>
          </p:cNvCxnSpPr>
          <p:nvPr/>
        </p:nvCxnSpPr>
        <p:spPr>
          <a:xfrm xmlns:a="http://schemas.openxmlformats.org/drawingml/2006/main" flipH="1" flipV="1">
            <a:off x="13335000" y="4433888"/>
            <a:ext cx="485775" cy="304800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58" name="Vector / insight">
            <a:extLst xmlns:a="http://schemas.openxmlformats.org/drawingml/2006/main">
              <a:ext uri="{FF2B5EF4-FFF2-40B4-BE49-F238E27FC236}">
                <a16:creationId xmlns:a16="http://schemas.microsoft.com/office/drawing/2014/main" id="{AD6C261A-625F-42B4-8537-56D76BE3244F}"/>
              </a:ext>
            </a:extLst>
          </p:cNvPr>
          <p:cNvSpPr>
            <a:spLocks xmlns:a="http://schemas.openxmlformats.org/drawingml/2006/main" noGrp="1"/>
          </p:cNvSpPr>
          <p:nvPr/>
        </p:nvSpPr>
        <p:spPr>
          <a:xfrm xmlns:a="http://schemas.openxmlformats.org/drawingml/2006/main">
            <a:off x="12001500" y="6286500"/>
            <a:ext cx="228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Vector / insight</a:t>
            </a:r>
          </a:p>
        </p:txBody>
      </p:sp>
      <p:sp>
        <p:nvSpPr>
          <p:cNvPr id="59" name="API tạo Source và command; worker thực thi xử lý. K1 là kho logic">
            <a:extLst xmlns:a="http://schemas.openxmlformats.org/drawingml/2006/main">
              <a:ext uri="{FF2B5EF4-FFF2-40B4-BE49-F238E27FC236}">
                <a16:creationId xmlns:a16="http://schemas.microsoft.com/office/drawing/2014/main" id="{EDDD6B91-00CA-489A-8336-E553621FC80A}"/>
              </a:ext>
            </a:extLst>
          </p:cNvPr>
          <p:cNvSpPr>
            <a:spLocks xmlns:a="http://schemas.openxmlformats.org/drawingml/2006/main" noGrp="1"/>
          </p:cNvSpPr>
          <p:nvPr/>
        </p:nvSpPr>
        <p:spPr>
          <a:xfrm xmlns:a="http://schemas.openxmlformats.org/drawingml/2006/main">
            <a:off x="1095375" y="869632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8657D"/>
                </a:solidFill>
                <a:latin typeface="Arial"/>
                <a:ea typeface="Arial"/>
                <a:cs typeface="Arial"/>
              </a:defRPr>
            </a:pPr>
            <a:r>
              <a:rPr sz="2025" b="0">
                <a:solidFill>
                  <a:srgbClr val="58657D"/>
                </a:solidFill>
                <a:latin typeface="Arial"/>
                <a:ea typeface="Arial"/>
                <a:cs typeface="Arial"/>
              </a:rPr>
              <a:t>API tạo Source và command; worker thực thi xử lý. K1 là kho logic, không phải một bảng duy nhất.</a:t>
            </a:r>
          </a:p>
        </p:txBody>
      </p:sp>
    </p:spTree>
    <p:extLst>
      <p:ext uri="{BB962C8B-B14F-4D97-AF65-F5344CB8AC3E}">
        <p14:creationId xmlns:p14="http://schemas.microsoft.com/office/powerpoint/2010/main" val="1856122589"/>
      </p:ext>
    </p:extLst>
  </p:cSld>
</p:sld>
</file>

<file path=ppt/slides/slide10.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DFD mức 2: hỏi đáp RAG">
            <a:extLst xmlns:a="http://schemas.openxmlformats.org/drawingml/2006/main">
              <a:ext uri="{FF2B5EF4-FFF2-40B4-BE49-F238E27FC236}">
                <a16:creationId xmlns:a16="http://schemas.microsoft.com/office/drawing/2014/main" id="{58930E25-2247-44F2-BB0A-76A32B43EDE9}"/>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DFD mức 2: hỏi đáp RAG</a:t>
            </a:r>
          </a:p>
        </p:txBody>
      </p:sp>
      <p:sp>
        <p:nvSpPr>
          <p:cNvPr id="22" name="DFD">
            <a:extLst xmlns:a="http://schemas.openxmlformats.org/drawingml/2006/main">
              <a:ext uri="{FF2B5EF4-FFF2-40B4-BE49-F238E27FC236}">
                <a16:creationId xmlns:a16="http://schemas.microsoft.com/office/drawing/2014/main" id="{902D6B1F-B5F8-45EF-8950-6C5CBF8EF09C}"/>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DFD</a:t>
            </a:r>
          </a:p>
        </p:txBody>
      </p:sp>
      <p:sp>
        <p:nvSpPr>
          <p:cNvPr id="23" name="NotebookE / Phân tích &amp; thiết kế">
            <a:extLst xmlns:a="http://schemas.openxmlformats.org/drawingml/2006/main">
              <a:ext uri="{FF2B5EF4-FFF2-40B4-BE49-F238E27FC236}">
                <a16:creationId xmlns:a16="http://schemas.microsoft.com/office/drawing/2014/main" id="{A01ECD83-D460-4E48-87FD-15F84370D12C}"/>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21 / 20">
            <a:extLst xmlns:a="http://schemas.openxmlformats.org/drawingml/2006/main">
              <a:ext uri="{FF2B5EF4-FFF2-40B4-BE49-F238E27FC236}">
                <a16:creationId xmlns:a16="http://schemas.microsoft.com/office/drawing/2014/main" id="{27577C47-176E-4BFC-9E8B-21F20950EF23}"/>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10 / 20</a:t>
            </a:r>
          </a:p>
        </p:txBody>
      </p:sp>
      <p:sp>
        <p:nvSpPr>
          <p:cNvPr id="25" name="Người dùng">
            <a:extLst xmlns:a="http://schemas.openxmlformats.org/drawingml/2006/main">
              <a:ext uri="{FF2B5EF4-FFF2-40B4-BE49-F238E27FC236}">
                <a16:creationId xmlns:a16="http://schemas.microsoft.com/office/drawing/2014/main" id="{16B7F015-D6F0-4E03-9E5C-A4923E97C33B}"/>
              </a:ext>
            </a:extLst>
          </p:cNvPr>
          <p:cNvSpPr>
            <a:spLocks xmlns:a="http://schemas.openxmlformats.org/drawingml/2006/main" noGrp="1"/>
          </p:cNvSpPr>
          <p:nvPr/>
        </p:nvSpPr>
        <p:spPr>
          <a:xfrm xmlns:a="http://schemas.openxmlformats.org/drawingml/2006/main">
            <a:off x="1143000" y="2286000"/>
            <a:ext cx="15811500" cy="714375"/>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100">
                <a:solidFill>
                  <a:srgbClr val="0B1D38"/>
                </a:solidFill>
                <a:latin typeface="Arial"/>
                <a:ea typeface="Arial"/>
                <a:cs typeface="Arial"/>
              </a:defRPr>
            </a:pPr>
            <a:r>
              <a:rPr sz="2100">
                <a:solidFill>
                  <a:srgbClr val="0B1D38"/>
                </a:solidFill>
                <a:latin typeface="Arial"/>
                <a:ea typeface="Arial"/>
                <a:cs typeface="Arial"/>
              </a:rPr>
              <a:t>Người dùng</a:t>
            </a:r>
          </a:p>
        </p:txBody>
      </p:sp>
      <p:sp>
        <p:nvSpPr>
          <p:cNvPr id="26" name="2.1 Lập chiến lược">
            <a:extLst xmlns:a="http://schemas.openxmlformats.org/drawingml/2006/main">
              <a:ext uri="{FF2B5EF4-FFF2-40B4-BE49-F238E27FC236}">
                <a16:creationId xmlns:a16="http://schemas.microsoft.com/office/drawing/2014/main" id="{A8421E75-D898-4A66-975C-CF0963053C04}"/>
              </a:ext>
            </a:extLst>
          </p:cNvPr>
          <p:cNvSpPr>
            <a:spLocks xmlns:a="http://schemas.openxmlformats.org/drawingml/2006/main" noGrp="1"/>
          </p:cNvSpPr>
          <p:nvPr/>
        </p:nvSpPr>
        <p:spPr>
          <a:xfrm xmlns:a="http://schemas.openxmlformats.org/drawingml/2006/main">
            <a:off x="1143000" y="4048125"/>
            <a:ext cx="3619500" cy="1000125"/>
          </a:xfrm>
          <a:prstGeom xmlns:a="http://schemas.openxmlformats.org/drawingml/2006/main" prst="roundRect">
            <a:avLst>
              <a:gd name="adj" fmla="val 7619"/>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2.1 Lập chiến lược</a:t>
            </a:r>
          </a:p>
        </p:txBody>
      </p:sp>
      <p:sp>
        <p:nvSpPr>
          <p:cNvPr id="27" name="2.2 Truy xuất &amp; trả lời">
            <a:extLst xmlns:a="http://schemas.openxmlformats.org/drawingml/2006/main">
              <a:ext uri="{FF2B5EF4-FFF2-40B4-BE49-F238E27FC236}">
                <a16:creationId xmlns:a16="http://schemas.microsoft.com/office/drawing/2014/main" id="{6BB9F213-7031-4762-8964-F47817A1D6EB}"/>
              </a:ext>
            </a:extLst>
          </p:cNvPr>
          <p:cNvSpPr>
            <a:spLocks xmlns:a="http://schemas.openxmlformats.org/drawingml/2006/main" noGrp="1"/>
          </p:cNvSpPr>
          <p:nvPr/>
        </p:nvSpPr>
        <p:spPr>
          <a:xfrm xmlns:a="http://schemas.openxmlformats.org/drawingml/2006/main">
            <a:off x="7239000" y="4048125"/>
            <a:ext cx="3619500" cy="1000125"/>
          </a:xfrm>
          <a:prstGeom xmlns:a="http://schemas.openxmlformats.org/drawingml/2006/main" prst="roundRect">
            <a:avLst>
              <a:gd name="adj" fmla="val 7619"/>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2.2 Truy xuất &amp; trả lời</a:t>
            </a:r>
          </a:p>
        </p:txBody>
      </p:sp>
      <p:sp>
        <p:nvSpPr>
          <p:cNvPr id="28" name="2.3 Tổng hợp">
            <a:extLst xmlns:a="http://schemas.openxmlformats.org/drawingml/2006/main">
              <a:ext uri="{FF2B5EF4-FFF2-40B4-BE49-F238E27FC236}">
                <a16:creationId xmlns:a16="http://schemas.microsoft.com/office/drawing/2014/main" id="{623BBC88-86F6-4FE8-9A68-536418E2F19D}"/>
              </a:ext>
            </a:extLst>
          </p:cNvPr>
          <p:cNvSpPr>
            <a:spLocks xmlns:a="http://schemas.openxmlformats.org/drawingml/2006/main" noGrp="1"/>
          </p:cNvSpPr>
          <p:nvPr/>
        </p:nvSpPr>
        <p:spPr>
          <a:xfrm xmlns:a="http://schemas.openxmlformats.org/drawingml/2006/main">
            <a:off x="13335000" y="4048125"/>
            <a:ext cx="3619500" cy="1000125"/>
          </a:xfrm>
          <a:prstGeom xmlns:a="http://schemas.openxmlformats.org/drawingml/2006/main" prst="roundRect">
            <a:avLst>
              <a:gd name="adj" fmla="val 7619"/>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2.3 Tổng hợp</a:t>
            </a:r>
          </a:p>
        </p:txBody>
      </p:sp>
      <p:cxnSp>
        <p:nvCxnSpPr>
          <p:cNvPr id="94" name=""/>
          <p:cNvCxnSpPr>
            <a:stCxn xmlns:a="http://schemas.openxmlformats.org/drawingml/2006/main" id="26" idx="3"/>
            <a:endCxn xmlns:a="http://schemas.openxmlformats.org/drawingml/2006/main" id="27" idx="1"/>
          </p:cNvCxnSpPr>
          <p:nvPr/>
        </p:nvCxnSpPr>
        <p:spPr>
          <a:xfrm xmlns:a="http://schemas.openxmlformats.org/drawingml/2006/main">
            <a:off x="4762500" y="4548188"/>
            <a:ext cx="2476500"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0" name="Truy vấn con">
            <a:extLst xmlns:a="http://schemas.openxmlformats.org/drawingml/2006/main">
              <a:ext uri="{FF2B5EF4-FFF2-40B4-BE49-F238E27FC236}">
                <a16:creationId xmlns:a16="http://schemas.microsoft.com/office/drawing/2014/main" id="{9F0EE4A0-38FE-4E2C-87FF-A34A18EE836F}"/>
              </a:ext>
            </a:extLst>
          </p:cNvPr>
          <p:cNvSpPr>
            <a:spLocks xmlns:a="http://schemas.openxmlformats.org/drawingml/2006/main" noGrp="1"/>
          </p:cNvSpPr>
          <p:nvPr/>
        </p:nvSpPr>
        <p:spPr>
          <a:xfrm xmlns:a="http://schemas.openxmlformats.org/drawingml/2006/main">
            <a:off x="4810125" y="347662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Truy vấn con</a:t>
            </a:r>
          </a:p>
        </p:txBody>
      </p:sp>
      <p:cxnSp>
        <p:nvCxnSpPr>
          <p:cNvPr id="96" name=""/>
          <p:cNvCxnSpPr>
            <a:stCxn xmlns:a="http://schemas.openxmlformats.org/drawingml/2006/main" id="27" idx="3"/>
            <a:endCxn xmlns:a="http://schemas.openxmlformats.org/drawingml/2006/main" id="28" idx="1"/>
          </p:cNvCxnSpPr>
          <p:nvPr/>
        </p:nvCxnSpPr>
        <p:spPr>
          <a:xfrm xmlns:a="http://schemas.openxmlformats.org/drawingml/2006/main">
            <a:off x="10858500" y="4548188"/>
            <a:ext cx="2476500"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2" name="Trả lời con / bằng chứng">
            <a:extLst xmlns:a="http://schemas.openxmlformats.org/drawingml/2006/main">
              <a:ext uri="{FF2B5EF4-FFF2-40B4-BE49-F238E27FC236}">
                <a16:creationId xmlns:a16="http://schemas.microsoft.com/office/drawing/2014/main" id="{4D6E5BB0-50ED-40EE-A468-76431DFDC2A0}"/>
              </a:ext>
            </a:extLst>
          </p:cNvPr>
          <p:cNvSpPr>
            <a:spLocks xmlns:a="http://schemas.openxmlformats.org/drawingml/2006/main" noGrp="1"/>
          </p:cNvSpPr>
          <p:nvPr/>
        </p:nvSpPr>
        <p:spPr>
          <a:xfrm xmlns:a="http://schemas.openxmlformats.org/drawingml/2006/main">
            <a:off x="10810875" y="3381375"/>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Trả lời con / bằng chứng</a:t>
            </a:r>
          </a:p>
        </p:txBody>
      </p:sp>
      <p:sp>
        <p:nvSpPr>
          <p:cNvPr id="33" name="">
            <a:extLst xmlns:a="http://schemas.openxmlformats.org/drawingml/2006/main">
              <a:ext uri="{FF2B5EF4-FFF2-40B4-BE49-F238E27FC236}">
                <a16:creationId xmlns:a16="http://schemas.microsoft.com/office/drawing/2014/main" id="{025758DB-FDE4-4F8D-94E5-E1AA1A5DA872}"/>
              </a:ext>
            </a:extLst>
          </p:cNvPr>
          <p:cNvSpPr>
            <a:spLocks xmlns:a="http://schemas.openxmlformats.org/drawingml/2006/main" noGrp="1"/>
          </p:cNvSpPr>
          <p:nvPr/>
        </p:nvSpPr>
        <p:spPr>
          <a:xfrm xmlns:a="http://schemas.openxmlformats.org/drawingml/2006/main">
            <a:off x="2857500" y="300037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34" name="">
            <a:extLst xmlns:a="http://schemas.openxmlformats.org/drawingml/2006/main">
              <a:ext uri="{FF2B5EF4-FFF2-40B4-BE49-F238E27FC236}">
                <a16:creationId xmlns:a16="http://schemas.microsoft.com/office/drawing/2014/main" id="{DE575514-DB2D-4E70-AF23-A6F115D5431C}"/>
              </a:ext>
            </a:extLst>
          </p:cNvPr>
          <p:cNvSpPr>
            <a:spLocks xmlns:a="http://schemas.openxmlformats.org/drawingml/2006/main" noGrp="1"/>
          </p:cNvSpPr>
          <p:nvPr/>
        </p:nvSpPr>
        <p:spPr>
          <a:xfrm xmlns:a="http://schemas.openxmlformats.org/drawingml/2006/main">
            <a:off x="2857500" y="40481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00" name=""/>
          <p:cNvCxnSpPr>
            <a:stCxn xmlns:a="http://schemas.openxmlformats.org/drawingml/2006/main" id="33" idx="3"/>
            <a:endCxn xmlns:a="http://schemas.openxmlformats.org/drawingml/2006/main" id="34" idx="1"/>
          </p:cNvCxnSpPr>
          <p:nvPr/>
        </p:nvCxnSpPr>
        <p:spPr>
          <a:xfrm xmlns:a="http://schemas.openxmlformats.org/drawingml/2006/main" flipH="1">
            <a:off x="2857500" y="3005138"/>
            <a:ext cx="9525" cy="104775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6" name="Câu hỏi / model">
            <a:extLst xmlns:a="http://schemas.openxmlformats.org/drawingml/2006/main">
              <a:ext uri="{FF2B5EF4-FFF2-40B4-BE49-F238E27FC236}">
                <a16:creationId xmlns:a16="http://schemas.microsoft.com/office/drawing/2014/main" id="{6807ED9B-187C-4800-98E6-1923720A1F52}"/>
              </a:ext>
            </a:extLst>
          </p:cNvPr>
          <p:cNvSpPr>
            <a:spLocks xmlns:a="http://schemas.openxmlformats.org/drawingml/2006/main" noGrp="1"/>
          </p:cNvSpPr>
          <p:nvPr/>
        </p:nvSpPr>
        <p:spPr>
          <a:xfrm xmlns:a="http://schemas.openxmlformats.org/drawingml/2006/main">
            <a:off x="952500" y="328612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Câu hỏi / model</a:t>
            </a:r>
          </a:p>
        </p:txBody>
      </p:sp>
      <p:sp>
        <p:nvSpPr>
          <p:cNvPr id="37" name="">
            <a:extLst xmlns:a="http://schemas.openxmlformats.org/drawingml/2006/main">
              <a:ext uri="{FF2B5EF4-FFF2-40B4-BE49-F238E27FC236}">
                <a16:creationId xmlns:a16="http://schemas.microsoft.com/office/drawing/2014/main" id="{58CA5F18-67AB-43EE-86DF-B33618621BEF}"/>
              </a:ext>
            </a:extLst>
          </p:cNvPr>
          <p:cNvSpPr>
            <a:spLocks xmlns:a="http://schemas.openxmlformats.org/drawingml/2006/main" noGrp="1"/>
          </p:cNvSpPr>
          <p:nvPr/>
        </p:nvSpPr>
        <p:spPr>
          <a:xfrm xmlns:a="http://schemas.openxmlformats.org/drawingml/2006/main">
            <a:off x="15144750" y="40481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38" name="">
            <a:extLst xmlns:a="http://schemas.openxmlformats.org/drawingml/2006/main">
              <a:ext uri="{FF2B5EF4-FFF2-40B4-BE49-F238E27FC236}">
                <a16:creationId xmlns:a16="http://schemas.microsoft.com/office/drawing/2014/main" id="{F6A5373E-831D-498D-A6BE-A22188678B41}"/>
              </a:ext>
            </a:extLst>
          </p:cNvPr>
          <p:cNvSpPr>
            <a:spLocks xmlns:a="http://schemas.openxmlformats.org/drawingml/2006/main" noGrp="1"/>
          </p:cNvSpPr>
          <p:nvPr/>
        </p:nvSpPr>
        <p:spPr>
          <a:xfrm xmlns:a="http://schemas.openxmlformats.org/drawingml/2006/main">
            <a:off x="15144750" y="300037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04" name=""/>
          <p:cNvCxnSpPr>
            <a:stCxn xmlns:a="http://schemas.openxmlformats.org/drawingml/2006/main" id="37" idx="3"/>
            <a:endCxn xmlns:a="http://schemas.openxmlformats.org/drawingml/2006/main" id="38" idx="1"/>
          </p:cNvCxnSpPr>
          <p:nvPr/>
        </p:nvCxnSpPr>
        <p:spPr>
          <a:xfrm xmlns:a="http://schemas.openxmlformats.org/drawingml/2006/main" flipH="1" flipV="1">
            <a:off x="15144750" y="3005138"/>
            <a:ext cx="9525" cy="104775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40" name="Câu trả lời / nguồn">
            <a:extLst xmlns:a="http://schemas.openxmlformats.org/drawingml/2006/main">
              <a:ext uri="{FF2B5EF4-FFF2-40B4-BE49-F238E27FC236}">
                <a16:creationId xmlns:a16="http://schemas.microsoft.com/office/drawing/2014/main" id="{36BC8C30-F5EE-4D72-83D2-C8E0F5103526}"/>
              </a:ext>
            </a:extLst>
          </p:cNvPr>
          <p:cNvSpPr>
            <a:spLocks xmlns:a="http://schemas.openxmlformats.org/drawingml/2006/main" noGrp="1"/>
          </p:cNvSpPr>
          <p:nvPr/>
        </p:nvSpPr>
        <p:spPr>
          <a:xfrm xmlns:a="http://schemas.openxmlformats.org/drawingml/2006/main">
            <a:off x="13525500" y="3286125"/>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Câu trả lời / nguồn</a:t>
            </a:r>
          </a:p>
        </p:txBody>
      </p:sp>
      <p:sp>
        <p:nvSpPr>
          <p:cNvPr id="41" name="K1 Nguồn / chỉ mục">
            <a:extLst xmlns:a="http://schemas.openxmlformats.org/drawingml/2006/main">
              <a:ext uri="{FF2B5EF4-FFF2-40B4-BE49-F238E27FC236}">
                <a16:creationId xmlns:a16="http://schemas.microsoft.com/office/drawing/2014/main" id="{A55A6EED-248E-4F59-B251-83E8E374063B}"/>
              </a:ext>
            </a:extLst>
          </p:cNvPr>
          <p:cNvSpPr>
            <a:spLocks xmlns:a="http://schemas.openxmlformats.org/drawingml/2006/main" noGrp="1"/>
          </p:cNvSpPr>
          <p:nvPr/>
        </p:nvSpPr>
        <p:spPr>
          <a:xfrm xmlns:a="http://schemas.openxmlformats.org/drawingml/2006/main">
            <a:off x="4905375" y="5953125"/>
            <a:ext cx="4572000" cy="762000"/>
          </a:xfrm>
          <a:prstGeom xmlns:a="http://schemas.openxmlformats.org/drawingml/2006/main" prst="rect">
            <a:avLst/>
          </a:prstGeom>
          <a:solidFill xmlns:a="http://schemas.openxmlformats.org/drawingml/2006/main">
            <a:srgbClr val="EDF0F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0B1D38"/>
                </a:solidFill>
                <a:latin typeface="Arial"/>
                <a:ea typeface="Arial"/>
                <a:cs typeface="Arial"/>
              </a:defRPr>
            </a:pPr>
            <a:r>
              <a:rPr sz="2025">
                <a:solidFill>
                  <a:srgbClr val="0B1D38"/>
                </a:solidFill>
                <a:latin typeface="Arial"/>
                <a:ea typeface="Arial"/>
                <a:cs typeface="Arial"/>
              </a:rPr>
              <a:t>K1 Nguồn / chỉ mục</a:t>
            </a:r>
          </a:p>
        </p:txBody>
      </p:sp>
      <p:sp>
        <p:nvSpPr>
          <p:cNvPr id="42" name="">
            <a:extLst xmlns:a="http://schemas.openxmlformats.org/drawingml/2006/main">
              <a:ext uri="{FF2B5EF4-FFF2-40B4-BE49-F238E27FC236}">
                <a16:creationId xmlns:a16="http://schemas.microsoft.com/office/drawing/2014/main" id="{7F9380DA-21CE-4CAB-BCF7-3637DB171904}"/>
              </a:ext>
            </a:extLst>
          </p:cNvPr>
          <p:cNvSpPr>
            <a:spLocks xmlns:a="http://schemas.openxmlformats.org/drawingml/2006/main" noGrp="1"/>
          </p:cNvSpPr>
          <p:nvPr/>
        </p:nvSpPr>
        <p:spPr>
          <a:xfrm xmlns:a="http://schemas.openxmlformats.org/drawingml/2006/main">
            <a:off x="4905375" y="5953125"/>
            <a:ext cx="4572000" cy="19050"/>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B9542BD8-D0AA-4144-8A94-47F6F90EC9A3}"/>
              </a:ext>
            </a:extLst>
          </p:cNvPr>
          <p:cNvSpPr>
            <a:spLocks xmlns:a="http://schemas.openxmlformats.org/drawingml/2006/main" noGrp="1"/>
          </p:cNvSpPr>
          <p:nvPr/>
        </p:nvSpPr>
        <p:spPr>
          <a:xfrm xmlns:a="http://schemas.openxmlformats.org/drawingml/2006/main">
            <a:off x="4905375" y="6715125"/>
            <a:ext cx="4572000" cy="19050"/>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433579AE-74D2-483D-8844-43D3BE27A3D7}"/>
              </a:ext>
            </a:extLst>
          </p:cNvPr>
          <p:cNvSpPr>
            <a:spLocks xmlns:a="http://schemas.openxmlformats.org/drawingml/2006/main" noGrp="1"/>
          </p:cNvSpPr>
          <p:nvPr/>
        </p:nvSpPr>
        <p:spPr>
          <a:xfrm xmlns:a="http://schemas.openxmlformats.org/drawingml/2006/main">
            <a:off x="7381875" y="50482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45" name="">
            <a:extLst xmlns:a="http://schemas.openxmlformats.org/drawingml/2006/main">
              <a:ext uri="{FF2B5EF4-FFF2-40B4-BE49-F238E27FC236}">
                <a16:creationId xmlns:a16="http://schemas.microsoft.com/office/drawing/2014/main" id="{235BE3FE-5586-4E62-92AB-CDDA4D3BEB11}"/>
              </a:ext>
            </a:extLst>
          </p:cNvPr>
          <p:cNvSpPr>
            <a:spLocks xmlns:a="http://schemas.openxmlformats.org/drawingml/2006/main" noGrp="1"/>
          </p:cNvSpPr>
          <p:nvPr/>
        </p:nvSpPr>
        <p:spPr>
          <a:xfrm xmlns:a="http://schemas.openxmlformats.org/drawingml/2006/main">
            <a:off x="6381750" y="59531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11" name=""/>
          <p:cNvCxnSpPr>
            <a:stCxn xmlns:a="http://schemas.openxmlformats.org/drawingml/2006/main" id="44" idx="3"/>
            <a:endCxn xmlns:a="http://schemas.openxmlformats.org/drawingml/2006/main" id="45" idx="1"/>
          </p:cNvCxnSpPr>
          <p:nvPr/>
        </p:nvCxnSpPr>
        <p:spPr>
          <a:xfrm xmlns:a="http://schemas.openxmlformats.org/drawingml/2006/main" flipH="1">
            <a:off x="6381750" y="5053013"/>
            <a:ext cx="1009650" cy="904875"/>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47" name="Truy vấn / vector">
            <a:extLst xmlns:a="http://schemas.openxmlformats.org/drawingml/2006/main">
              <a:ext uri="{FF2B5EF4-FFF2-40B4-BE49-F238E27FC236}">
                <a16:creationId xmlns:a16="http://schemas.microsoft.com/office/drawing/2014/main" id="{F37E2715-5792-4519-A831-067CBA555054}"/>
              </a:ext>
            </a:extLst>
          </p:cNvPr>
          <p:cNvSpPr>
            <a:spLocks xmlns:a="http://schemas.openxmlformats.org/drawingml/2006/main" noGrp="1"/>
          </p:cNvSpPr>
          <p:nvPr/>
        </p:nvSpPr>
        <p:spPr>
          <a:xfrm xmlns:a="http://schemas.openxmlformats.org/drawingml/2006/main">
            <a:off x="4286250" y="5286375"/>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Truy vấn / vector</a:t>
            </a:r>
          </a:p>
        </p:txBody>
      </p:sp>
      <p:sp>
        <p:nvSpPr>
          <p:cNvPr id="48" name="">
            <a:extLst xmlns:a="http://schemas.openxmlformats.org/drawingml/2006/main">
              <a:ext uri="{FF2B5EF4-FFF2-40B4-BE49-F238E27FC236}">
                <a16:creationId xmlns:a16="http://schemas.microsoft.com/office/drawing/2014/main" id="{E678A980-3872-41E4-AA35-B3978CB0C56E}"/>
              </a:ext>
            </a:extLst>
          </p:cNvPr>
          <p:cNvSpPr>
            <a:spLocks xmlns:a="http://schemas.openxmlformats.org/drawingml/2006/main" noGrp="1"/>
          </p:cNvSpPr>
          <p:nvPr/>
        </p:nvSpPr>
        <p:spPr>
          <a:xfrm xmlns:a="http://schemas.openxmlformats.org/drawingml/2006/main">
            <a:off x="8572500" y="59531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49" name="">
            <a:extLst xmlns:a="http://schemas.openxmlformats.org/drawingml/2006/main">
              <a:ext uri="{FF2B5EF4-FFF2-40B4-BE49-F238E27FC236}">
                <a16:creationId xmlns:a16="http://schemas.microsoft.com/office/drawing/2014/main" id="{B3CDED81-7B02-4899-ADAA-E5855F80D21D}"/>
              </a:ext>
            </a:extLst>
          </p:cNvPr>
          <p:cNvSpPr>
            <a:spLocks xmlns:a="http://schemas.openxmlformats.org/drawingml/2006/main" noGrp="1"/>
          </p:cNvSpPr>
          <p:nvPr/>
        </p:nvSpPr>
        <p:spPr>
          <a:xfrm xmlns:a="http://schemas.openxmlformats.org/drawingml/2006/main">
            <a:off x="9715500" y="50482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15" name=""/>
          <p:cNvCxnSpPr>
            <a:stCxn xmlns:a="http://schemas.openxmlformats.org/drawingml/2006/main" id="48" idx="3"/>
            <a:endCxn xmlns:a="http://schemas.openxmlformats.org/drawingml/2006/main" id="49" idx="1"/>
          </p:cNvCxnSpPr>
          <p:nvPr/>
        </p:nvCxnSpPr>
        <p:spPr>
          <a:xfrm xmlns:a="http://schemas.openxmlformats.org/drawingml/2006/main" flipV="1">
            <a:off x="8582025" y="5053013"/>
            <a:ext cx="1133475" cy="904875"/>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51" name="Đoạn nguồn">
            <a:extLst xmlns:a="http://schemas.openxmlformats.org/drawingml/2006/main">
              <a:ext uri="{FF2B5EF4-FFF2-40B4-BE49-F238E27FC236}">
                <a16:creationId xmlns:a16="http://schemas.microsoft.com/office/drawing/2014/main" id="{F9F68EB4-94E3-4750-B81B-7AA92643DE60}"/>
              </a:ext>
            </a:extLst>
          </p:cNvPr>
          <p:cNvSpPr>
            <a:spLocks xmlns:a="http://schemas.openxmlformats.org/drawingml/2006/main" noGrp="1"/>
          </p:cNvSpPr>
          <p:nvPr/>
        </p:nvSpPr>
        <p:spPr>
          <a:xfrm xmlns:a="http://schemas.openxmlformats.org/drawingml/2006/main">
            <a:off x="9048750" y="5476875"/>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Đoạn nguồn</a:t>
            </a:r>
          </a:p>
        </p:txBody>
      </p:sp>
      <p:sp>
        <p:nvSpPr>
          <p:cNvPr id="52" name="Dịch vụ AI">
            <a:extLst xmlns:a="http://schemas.openxmlformats.org/drawingml/2006/main">
              <a:ext uri="{FF2B5EF4-FFF2-40B4-BE49-F238E27FC236}">
                <a16:creationId xmlns:a16="http://schemas.microsoft.com/office/drawing/2014/main" id="{24B34681-AD1A-4960-B3BA-18F308F73A92}"/>
              </a:ext>
            </a:extLst>
          </p:cNvPr>
          <p:cNvSpPr>
            <a:spLocks xmlns:a="http://schemas.openxmlformats.org/drawingml/2006/main" noGrp="1"/>
          </p:cNvSpPr>
          <p:nvPr/>
        </p:nvSpPr>
        <p:spPr>
          <a:xfrm xmlns:a="http://schemas.openxmlformats.org/drawingml/2006/main">
            <a:off x="1143000" y="7810500"/>
            <a:ext cx="1581150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Dịch vụ AI</a:t>
            </a:r>
          </a:p>
        </p:txBody>
      </p:sp>
      <p:sp>
        <p:nvSpPr>
          <p:cNvPr id="53" name="">
            <a:extLst xmlns:a="http://schemas.openxmlformats.org/drawingml/2006/main">
              <a:ext uri="{FF2B5EF4-FFF2-40B4-BE49-F238E27FC236}">
                <a16:creationId xmlns:a16="http://schemas.microsoft.com/office/drawing/2014/main" id="{2A28FB5A-64D5-4541-9D7C-3B2FCA74BDE4}"/>
              </a:ext>
            </a:extLst>
          </p:cNvPr>
          <p:cNvSpPr>
            <a:spLocks xmlns:a="http://schemas.openxmlformats.org/drawingml/2006/main" noGrp="1"/>
          </p:cNvSpPr>
          <p:nvPr/>
        </p:nvSpPr>
        <p:spPr>
          <a:xfrm xmlns:a="http://schemas.openxmlformats.org/drawingml/2006/main">
            <a:off x="2381250" y="50482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54" name="">
            <a:extLst xmlns:a="http://schemas.openxmlformats.org/drawingml/2006/main">
              <a:ext uri="{FF2B5EF4-FFF2-40B4-BE49-F238E27FC236}">
                <a16:creationId xmlns:a16="http://schemas.microsoft.com/office/drawing/2014/main" id="{1304E929-CE30-4830-8F13-C1F8C1F5192F}"/>
              </a:ext>
            </a:extLst>
          </p:cNvPr>
          <p:cNvSpPr>
            <a:spLocks xmlns:a="http://schemas.openxmlformats.org/drawingml/2006/main" noGrp="1"/>
          </p:cNvSpPr>
          <p:nvPr/>
        </p:nvSpPr>
        <p:spPr>
          <a:xfrm xmlns:a="http://schemas.openxmlformats.org/drawingml/2006/main">
            <a:off x="2381250" y="78105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20" name=""/>
          <p:cNvCxnSpPr>
            <a:stCxn xmlns:a="http://schemas.openxmlformats.org/drawingml/2006/main" id="53" idx="3"/>
            <a:endCxn xmlns:a="http://schemas.openxmlformats.org/drawingml/2006/main" id="54" idx="1"/>
          </p:cNvCxnSpPr>
          <p:nvPr/>
        </p:nvCxnSpPr>
        <p:spPr>
          <a:xfrm xmlns:a="http://schemas.openxmlformats.org/drawingml/2006/main" flipH="1">
            <a:off x="2381250" y="5053013"/>
            <a:ext cx="9525" cy="276225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56" name="Prompt chiến lược">
            <a:extLst xmlns:a="http://schemas.openxmlformats.org/drawingml/2006/main">
              <a:ext uri="{FF2B5EF4-FFF2-40B4-BE49-F238E27FC236}">
                <a16:creationId xmlns:a16="http://schemas.microsoft.com/office/drawing/2014/main" id="{B08D363D-CE9D-4D5A-93B8-2B2B3E07699C}"/>
              </a:ext>
            </a:extLst>
          </p:cNvPr>
          <p:cNvSpPr>
            <a:spLocks xmlns:a="http://schemas.openxmlformats.org/drawingml/2006/main" noGrp="1"/>
          </p:cNvSpPr>
          <p:nvPr/>
        </p:nvSpPr>
        <p:spPr>
          <a:xfrm xmlns:a="http://schemas.openxmlformats.org/drawingml/2006/main">
            <a:off x="285750" y="704850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Prompt chiến lược</a:t>
            </a:r>
          </a:p>
        </p:txBody>
      </p:sp>
      <p:sp>
        <p:nvSpPr>
          <p:cNvPr id="57" name="">
            <a:extLst xmlns:a="http://schemas.openxmlformats.org/drawingml/2006/main">
              <a:ext uri="{FF2B5EF4-FFF2-40B4-BE49-F238E27FC236}">
                <a16:creationId xmlns:a16="http://schemas.microsoft.com/office/drawing/2014/main" id="{70566662-D6F2-405B-BC8C-B014F71A4A0C}"/>
              </a:ext>
            </a:extLst>
          </p:cNvPr>
          <p:cNvSpPr>
            <a:spLocks xmlns:a="http://schemas.openxmlformats.org/drawingml/2006/main" noGrp="1"/>
          </p:cNvSpPr>
          <p:nvPr/>
        </p:nvSpPr>
        <p:spPr>
          <a:xfrm xmlns:a="http://schemas.openxmlformats.org/drawingml/2006/main">
            <a:off x="3333750" y="78105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58" name="">
            <a:extLst xmlns:a="http://schemas.openxmlformats.org/drawingml/2006/main">
              <a:ext uri="{FF2B5EF4-FFF2-40B4-BE49-F238E27FC236}">
                <a16:creationId xmlns:a16="http://schemas.microsoft.com/office/drawing/2014/main" id="{97C2C294-D8AF-460C-A59A-3306856EFA15}"/>
              </a:ext>
            </a:extLst>
          </p:cNvPr>
          <p:cNvSpPr>
            <a:spLocks xmlns:a="http://schemas.openxmlformats.org/drawingml/2006/main" noGrp="1"/>
          </p:cNvSpPr>
          <p:nvPr/>
        </p:nvSpPr>
        <p:spPr>
          <a:xfrm xmlns:a="http://schemas.openxmlformats.org/drawingml/2006/main">
            <a:off x="3333750" y="50482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24" name=""/>
          <p:cNvCxnSpPr>
            <a:stCxn xmlns:a="http://schemas.openxmlformats.org/drawingml/2006/main" id="57" idx="3"/>
            <a:endCxn xmlns:a="http://schemas.openxmlformats.org/drawingml/2006/main" id="58" idx="1"/>
          </p:cNvCxnSpPr>
          <p:nvPr/>
        </p:nvCxnSpPr>
        <p:spPr>
          <a:xfrm xmlns:a="http://schemas.openxmlformats.org/drawingml/2006/main" flipH="1" flipV="1">
            <a:off x="3333750" y="5053013"/>
            <a:ext cx="9525" cy="276225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60" name="Chiến lược">
            <a:extLst xmlns:a="http://schemas.openxmlformats.org/drawingml/2006/main">
              <a:ext uri="{FF2B5EF4-FFF2-40B4-BE49-F238E27FC236}">
                <a16:creationId xmlns:a16="http://schemas.microsoft.com/office/drawing/2014/main" id="{352A21DE-0781-40A4-885D-55ACDEE49460}"/>
              </a:ext>
            </a:extLst>
          </p:cNvPr>
          <p:cNvSpPr>
            <a:spLocks xmlns:a="http://schemas.openxmlformats.org/drawingml/2006/main" noGrp="1"/>
          </p:cNvSpPr>
          <p:nvPr/>
        </p:nvSpPr>
        <p:spPr>
          <a:xfrm xmlns:a="http://schemas.openxmlformats.org/drawingml/2006/main">
            <a:off x="2762250" y="7334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Chiến lược</a:t>
            </a:r>
          </a:p>
        </p:txBody>
      </p:sp>
      <p:sp>
        <p:nvSpPr>
          <p:cNvPr id="61" name="">
            <a:extLst xmlns:a="http://schemas.openxmlformats.org/drawingml/2006/main">
              <a:ext uri="{FF2B5EF4-FFF2-40B4-BE49-F238E27FC236}">
                <a16:creationId xmlns:a16="http://schemas.microsoft.com/office/drawing/2014/main" id="{3D8D9469-A4E7-4364-B854-166EBA2FC856}"/>
              </a:ext>
            </a:extLst>
          </p:cNvPr>
          <p:cNvSpPr>
            <a:spLocks xmlns:a="http://schemas.openxmlformats.org/drawingml/2006/main" noGrp="1"/>
          </p:cNvSpPr>
          <p:nvPr/>
        </p:nvSpPr>
        <p:spPr>
          <a:xfrm xmlns:a="http://schemas.openxmlformats.org/drawingml/2006/main">
            <a:off x="10001250" y="50482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62" name="">
            <a:extLst xmlns:a="http://schemas.openxmlformats.org/drawingml/2006/main">
              <a:ext uri="{FF2B5EF4-FFF2-40B4-BE49-F238E27FC236}">
                <a16:creationId xmlns:a16="http://schemas.microsoft.com/office/drawing/2014/main" id="{0F8873DE-F1CC-4F32-9B25-26356CB7D14D}"/>
              </a:ext>
            </a:extLst>
          </p:cNvPr>
          <p:cNvSpPr>
            <a:spLocks xmlns:a="http://schemas.openxmlformats.org/drawingml/2006/main" noGrp="1"/>
          </p:cNvSpPr>
          <p:nvPr/>
        </p:nvSpPr>
        <p:spPr>
          <a:xfrm xmlns:a="http://schemas.openxmlformats.org/drawingml/2006/main">
            <a:off x="10001250" y="78105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28" name=""/>
          <p:cNvCxnSpPr>
            <a:stCxn xmlns:a="http://schemas.openxmlformats.org/drawingml/2006/main" id="61" idx="3"/>
            <a:endCxn xmlns:a="http://schemas.openxmlformats.org/drawingml/2006/main" id="62" idx="1"/>
          </p:cNvCxnSpPr>
          <p:nvPr/>
        </p:nvCxnSpPr>
        <p:spPr>
          <a:xfrm xmlns:a="http://schemas.openxmlformats.org/drawingml/2006/main" flipH="1">
            <a:off x="10001250" y="5053013"/>
            <a:ext cx="9525" cy="276225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64" name="Prompt / ngữ cảnh">
            <a:extLst xmlns:a="http://schemas.openxmlformats.org/drawingml/2006/main">
              <a:ext uri="{FF2B5EF4-FFF2-40B4-BE49-F238E27FC236}">
                <a16:creationId xmlns:a16="http://schemas.microsoft.com/office/drawing/2014/main" id="{FEDA1C9E-49E4-4996-968E-BC10F8863DE7}"/>
              </a:ext>
            </a:extLst>
          </p:cNvPr>
          <p:cNvSpPr>
            <a:spLocks xmlns:a="http://schemas.openxmlformats.org/drawingml/2006/main" noGrp="1"/>
          </p:cNvSpPr>
          <p:nvPr/>
        </p:nvSpPr>
        <p:spPr>
          <a:xfrm xmlns:a="http://schemas.openxmlformats.org/drawingml/2006/main">
            <a:off x="7905750" y="704850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Prompt / ngữ cảnh</a:t>
            </a:r>
          </a:p>
        </p:txBody>
      </p:sp>
      <p:sp>
        <p:nvSpPr>
          <p:cNvPr id="65" name="">
            <a:extLst xmlns:a="http://schemas.openxmlformats.org/drawingml/2006/main">
              <a:ext uri="{FF2B5EF4-FFF2-40B4-BE49-F238E27FC236}">
                <a16:creationId xmlns:a16="http://schemas.microsoft.com/office/drawing/2014/main" id="{662C1308-E422-4DDF-8A01-70F06C5CA6EE}"/>
              </a:ext>
            </a:extLst>
          </p:cNvPr>
          <p:cNvSpPr>
            <a:spLocks xmlns:a="http://schemas.openxmlformats.org/drawingml/2006/main" noGrp="1"/>
          </p:cNvSpPr>
          <p:nvPr/>
        </p:nvSpPr>
        <p:spPr>
          <a:xfrm xmlns:a="http://schemas.openxmlformats.org/drawingml/2006/main">
            <a:off x="10953750" y="78105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66" name="">
            <a:extLst xmlns:a="http://schemas.openxmlformats.org/drawingml/2006/main">
              <a:ext uri="{FF2B5EF4-FFF2-40B4-BE49-F238E27FC236}">
                <a16:creationId xmlns:a16="http://schemas.microsoft.com/office/drawing/2014/main" id="{BF088A2C-7527-4D8C-BDC8-FCFAE82EDCC4}"/>
              </a:ext>
            </a:extLst>
          </p:cNvPr>
          <p:cNvSpPr>
            <a:spLocks xmlns:a="http://schemas.openxmlformats.org/drawingml/2006/main" noGrp="1"/>
          </p:cNvSpPr>
          <p:nvPr/>
        </p:nvSpPr>
        <p:spPr>
          <a:xfrm xmlns:a="http://schemas.openxmlformats.org/drawingml/2006/main">
            <a:off x="10953750" y="50482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32" name=""/>
          <p:cNvCxnSpPr>
            <a:stCxn xmlns:a="http://schemas.openxmlformats.org/drawingml/2006/main" id="65" idx="3"/>
            <a:endCxn xmlns:a="http://schemas.openxmlformats.org/drawingml/2006/main" id="66" idx="1"/>
          </p:cNvCxnSpPr>
          <p:nvPr/>
        </p:nvCxnSpPr>
        <p:spPr>
          <a:xfrm xmlns:a="http://schemas.openxmlformats.org/drawingml/2006/main" flipH="1" flipV="1">
            <a:off x="10953750" y="5053013"/>
            <a:ext cx="9525" cy="276225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68" name="Vector / trả lời">
            <a:extLst xmlns:a="http://schemas.openxmlformats.org/drawingml/2006/main">
              <a:ext uri="{FF2B5EF4-FFF2-40B4-BE49-F238E27FC236}">
                <a16:creationId xmlns:a16="http://schemas.microsoft.com/office/drawing/2014/main" id="{330A273B-808C-4071-B109-809F92D55506}"/>
              </a:ext>
            </a:extLst>
          </p:cNvPr>
          <p:cNvSpPr>
            <a:spLocks xmlns:a="http://schemas.openxmlformats.org/drawingml/2006/main" noGrp="1"/>
          </p:cNvSpPr>
          <p:nvPr/>
        </p:nvSpPr>
        <p:spPr>
          <a:xfrm xmlns:a="http://schemas.openxmlformats.org/drawingml/2006/main">
            <a:off x="10382250" y="7334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Vector / trả lời</a:t>
            </a:r>
          </a:p>
        </p:txBody>
      </p:sp>
      <p:sp>
        <p:nvSpPr>
          <p:cNvPr id="69" name="">
            <a:extLst xmlns:a="http://schemas.openxmlformats.org/drawingml/2006/main">
              <a:ext uri="{FF2B5EF4-FFF2-40B4-BE49-F238E27FC236}">
                <a16:creationId xmlns:a16="http://schemas.microsoft.com/office/drawing/2014/main" id="{31BFA426-B5E7-477E-8D33-FA7E48CCD30B}"/>
              </a:ext>
            </a:extLst>
          </p:cNvPr>
          <p:cNvSpPr>
            <a:spLocks xmlns:a="http://schemas.openxmlformats.org/drawingml/2006/main" noGrp="1"/>
          </p:cNvSpPr>
          <p:nvPr/>
        </p:nvSpPr>
        <p:spPr>
          <a:xfrm xmlns:a="http://schemas.openxmlformats.org/drawingml/2006/main">
            <a:off x="14287500" y="50482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70" name="">
            <a:extLst xmlns:a="http://schemas.openxmlformats.org/drawingml/2006/main">
              <a:ext uri="{FF2B5EF4-FFF2-40B4-BE49-F238E27FC236}">
                <a16:creationId xmlns:a16="http://schemas.microsoft.com/office/drawing/2014/main" id="{17519B7C-A6F9-48E6-BD51-F898E5AB07EB}"/>
              </a:ext>
            </a:extLst>
          </p:cNvPr>
          <p:cNvSpPr>
            <a:spLocks xmlns:a="http://schemas.openxmlformats.org/drawingml/2006/main" noGrp="1"/>
          </p:cNvSpPr>
          <p:nvPr/>
        </p:nvSpPr>
        <p:spPr>
          <a:xfrm xmlns:a="http://schemas.openxmlformats.org/drawingml/2006/main">
            <a:off x="14287500" y="78105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36" name=""/>
          <p:cNvCxnSpPr>
            <a:stCxn xmlns:a="http://schemas.openxmlformats.org/drawingml/2006/main" id="69" idx="3"/>
            <a:endCxn xmlns:a="http://schemas.openxmlformats.org/drawingml/2006/main" id="70" idx="1"/>
          </p:cNvCxnSpPr>
          <p:nvPr/>
        </p:nvCxnSpPr>
        <p:spPr>
          <a:xfrm xmlns:a="http://schemas.openxmlformats.org/drawingml/2006/main" flipH="1">
            <a:off x="14287500" y="5053013"/>
            <a:ext cx="9525" cy="276225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72" name="Prompt tổng hợp">
            <a:extLst xmlns:a="http://schemas.openxmlformats.org/drawingml/2006/main">
              <a:ext uri="{FF2B5EF4-FFF2-40B4-BE49-F238E27FC236}">
                <a16:creationId xmlns:a16="http://schemas.microsoft.com/office/drawing/2014/main" id="{2D0FFB31-0426-4D60-AE2F-F90EA972B195}"/>
              </a:ext>
            </a:extLst>
          </p:cNvPr>
          <p:cNvSpPr>
            <a:spLocks xmlns:a="http://schemas.openxmlformats.org/drawingml/2006/main" noGrp="1"/>
          </p:cNvSpPr>
          <p:nvPr/>
        </p:nvSpPr>
        <p:spPr>
          <a:xfrm xmlns:a="http://schemas.openxmlformats.org/drawingml/2006/main">
            <a:off x="12192000" y="704850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Prompt tổng hợp</a:t>
            </a:r>
          </a:p>
        </p:txBody>
      </p:sp>
      <p:sp>
        <p:nvSpPr>
          <p:cNvPr id="73" name="">
            <a:extLst xmlns:a="http://schemas.openxmlformats.org/drawingml/2006/main">
              <a:ext uri="{FF2B5EF4-FFF2-40B4-BE49-F238E27FC236}">
                <a16:creationId xmlns:a16="http://schemas.microsoft.com/office/drawing/2014/main" id="{53736345-9FD7-4704-912F-4996A5173558}"/>
              </a:ext>
            </a:extLst>
          </p:cNvPr>
          <p:cNvSpPr>
            <a:spLocks xmlns:a="http://schemas.openxmlformats.org/drawingml/2006/main" noGrp="1"/>
          </p:cNvSpPr>
          <p:nvPr/>
        </p:nvSpPr>
        <p:spPr>
          <a:xfrm xmlns:a="http://schemas.openxmlformats.org/drawingml/2006/main">
            <a:off x="15240000" y="78105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74" name="">
            <a:extLst xmlns:a="http://schemas.openxmlformats.org/drawingml/2006/main">
              <a:ext uri="{FF2B5EF4-FFF2-40B4-BE49-F238E27FC236}">
                <a16:creationId xmlns:a16="http://schemas.microsoft.com/office/drawing/2014/main" id="{27CA4039-7497-4848-ABC6-1CAF591327CB}"/>
              </a:ext>
            </a:extLst>
          </p:cNvPr>
          <p:cNvSpPr>
            <a:spLocks xmlns:a="http://schemas.openxmlformats.org/drawingml/2006/main" noGrp="1"/>
          </p:cNvSpPr>
          <p:nvPr/>
        </p:nvSpPr>
        <p:spPr>
          <a:xfrm xmlns:a="http://schemas.openxmlformats.org/drawingml/2006/main">
            <a:off x="15240000" y="50482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40" name=""/>
          <p:cNvCxnSpPr>
            <a:stCxn xmlns:a="http://schemas.openxmlformats.org/drawingml/2006/main" id="73" idx="3"/>
            <a:endCxn xmlns:a="http://schemas.openxmlformats.org/drawingml/2006/main" id="74" idx="1"/>
          </p:cNvCxnSpPr>
          <p:nvPr/>
        </p:nvCxnSpPr>
        <p:spPr>
          <a:xfrm xmlns:a="http://schemas.openxmlformats.org/drawingml/2006/main" flipH="1" flipV="1">
            <a:off x="15240000" y="5053013"/>
            <a:ext cx="9525" cy="276225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76" name="Văn bản tổng hợp">
            <a:extLst xmlns:a="http://schemas.openxmlformats.org/drawingml/2006/main">
              <a:ext uri="{FF2B5EF4-FFF2-40B4-BE49-F238E27FC236}">
                <a16:creationId xmlns:a16="http://schemas.microsoft.com/office/drawing/2014/main" id="{5283D10B-93D0-49F5-953D-BFC1270CF86C}"/>
              </a:ext>
            </a:extLst>
          </p:cNvPr>
          <p:cNvSpPr>
            <a:spLocks xmlns:a="http://schemas.openxmlformats.org/drawingml/2006/main" noGrp="1"/>
          </p:cNvSpPr>
          <p:nvPr/>
        </p:nvSpPr>
        <p:spPr>
          <a:xfrm xmlns:a="http://schemas.openxmlformats.org/drawingml/2006/main">
            <a:off x="14668500" y="7334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Văn bản tổng hợp</a:t>
            </a:r>
          </a:p>
        </p:txBody>
      </p:sp>
      <p:sp>
        <p:nvSpPr>
          <p:cNvPr id="77" name="Các đoạn truy xuất có thể lặp theo câu hỏi con. Các luồng AI tron">
            <a:extLst xmlns:a="http://schemas.openxmlformats.org/drawingml/2006/main">
              <a:ext uri="{FF2B5EF4-FFF2-40B4-BE49-F238E27FC236}">
                <a16:creationId xmlns:a16="http://schemas.microsoft.com/office/drawing/2014/main" id="{8065CEDA-28F7-4BC9-AAC0-75BFDD98C15F}"/>
              </a:ext>
            </a:extLst>
          </p:cNvPr>
          <p:cNvSpPr>
            <a:spLocks xmlns:a="http://schemas.openxmlformats.org/drawingml/2006/main" noGrp="1"/>
          </p:cNvSpPr>
          <p:nvPr/>
        </p:nvSpPr>
        <p:spPr>
          <a:xfrm xmlns:a="http://schemas.openxmlformats.org/drawingml/2006/main">
            <a:off x="1095375" y="869632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8657D"/>
                </a:solidFill>
                <a:latin typeface="Arial"/>
                <a:ea typeface="Arial"/>
                <a:cs typeface="Arial"/>
              </a:defRPr>
            </a:pPr>
            <a:r>
              <a:rPr sz="2025" b="0">
                <a:solidFill>
                  <a:srgbClr val="58657D"/>
                </a:solidFill>
                <a:latin typeface="Arial"/>
                <a:ea typeface="Arial"/>
                <a:cs typeface="Arial"/>
              </a:rPr>
              <a:t>Các đoạn truy xuất có thể lặp theo câu hỏi con. Các luồng AI trong cùng tác nhân được tách chiều rõ ràng.</a:t>
            </a:r>
          </a:p>
        </p:txBody>
      </p:sp>
    </p:spTree>
    <p:extLst>
      <p:ext uri="{BB962C8B-B14F-4D97-AF65-F5344CB8AC3E}">
        <p14:creationId xmlns:p14="http://schemas.microsoft.com/office/powerpoint/2010/main" val="1856122589"/>
      </p:ext>
    </p:extLst>
  </p:cSld>
</p:sld>
</file>

<file path=ppt/slides/slide11.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Activity: xử lý nguồn và ngoại lệ">
            <a:extLst xmlns:a="http://schemas.openxmlformats.org/drawingml/2006/main">
              <a:ext uri="{FF2B5EF4-FFF2-40B4-BE49-F238E27FC236}">
                <a16:creationId xmlns:a16="http://schemas.microsoft.com/office/drawing/2014/main" id="{24ADAD86-4358-46DF-AD0F-298BA686D97F}"/>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Activity: xử lý nguồn và ngoại lệ</a:t>
            </a:r>
          </a:p>
        </p:txBody>
      </p:sp>
      <p:sp>
        <p:nvSpPr>
          <p:cNvPr id="22" name="MÔ HÌNH HÀNH VI">
            <a:extLst xmlns:a="http://schemas.openxmlformats.org/drawingml/2006/main">
              <a:ext uri="{FF2B5EF4-FFF2-40B4-BE49-F238E27FC236}">
                <a16:creationId xmlns:a16="http://schemas.microsoft.com/office/drawing/2014/main" id="{7F441BE9-94BD-4696-88C4-EC340917C227}"/>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MÔ HÌNH HÀNH VI</a:t>
            </a:r>
          </a:p>
        </p:txBody>
      </p:sp>
      <p:sp>
        <p:nvSpPr>
          <p:cNvPr id="23" name="NotebookE / Phân tích &amp; thiết kế">
            <a:extLst xmlns:a="http://schemas.openxmlformats.org/drawingml/2006/main">
              <a:ext uri="{FF2B5EF4-FFF2-40B4-BE49-F238E27FC236}">
                <a16:creationId xmlns:a16="http://schemas.microsoft.com/office/drawing/2014/main" id="{5A109741-45CE-4BC9-8ECC-74B74A0E659C}"/>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21 / 20">
            <a:extLst xmlns:a="http://schemas.openxmlformats.org/drawingml/2006/main">
              <a:ext uri="{FF2B5EF4-FFF2-40B4-BE49-F238E27FC236}">
                <a16:creationId xmlns:a16="http://schemas.microsoft.com/office/drawing/2014/main" id="{59608874-4A23-4AF3-A3D8-FC5079FEC213}"/>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11 / 20</a:t>
            </a:r>
          </a:p>
        </p:txBody>
      </p:sp>
      <p:sp>
        <p:nvSpPr>
          <p:cNvPr id="25" name="●">
            <a:extLst xmlns:a="http://schemas.openxmlformats.org/drawingml/2006/main">
              <a:ext uri="{FF2B5EF4-FFF2-40B4-BE49-F238E27FC236}">
                <a16:creationId xmlns:a16="http://schemas.microsoft.com/office/drawing/2014/main" id="{174B4214-DDC5-40D5-9C35-EEA7346B29BB}"/>
              </a:ext>
            </a:extLst>
          </p:cNvPr>
          <p:cNvSpPr>
            <a:spLocks xmlns:a="http://schemas.openxmlformats.org/drawingml/2006/main" noGrp="1"/>
          </p:cNvSpPr>
          <p:nvPr/>
        </p:nvSpPr>
        <p:spPr>
          <a:xfrm xmlns:a="http://schemas.openxmlformats.org/drawingml/2006/main">
            <a:off x="1047750" y="3238500"/>
            <a:ext cx="857250" cy="857250"/>
          </a:xfrm>
          <a:prstGeom xmlns:a="http://schemas.openxmlformats.org/drawingml/2006/main" prst="ellipse">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3375">
                <a:solidFill>
                  <a:srgbClr val="0B1D38"/>
                </a:solidFill>
                <a:latin typeface="Arial"/>
                <a:ea typeface="Arial"/>
                <a:cs typeface="Arial"/>
              </a:defRPr>
            </a:pPr>
            <a:r>
              <a:rPr sz="3375">
                <a:solidFill>
                  <a:srgbClr val="0B1D38"/>
                </a:solidFill>
                <a:latin typeface="Arial"/>
                <a:ea typeface="Arial"/>
                <a:cs typeface="Arial"/>
              </a:rPr>
              <a:t>●</a:t>
            </a:r>
          </a:p>
        </p:txBody>
      </p:sp>
      <p:sp>
        <p:nvSpPr>
          <p:cNvPr id="26" name="Tiếp nhận nguồn">
            <a:extLst xmlns:a="http://schemas.openxmlformats.org/drawingml/2006/main">
              <a:ext uri="{FF2B5EF4-FFF2-40B4-BE49-F238E27FC236}">
                <a16:creationId xmlns:a16="http://schemas.microsoft.com/office/drawing/2014/main" id="{8B93A956-3C6A-449C-80EB-150704F0D9A9}"/>
              </a:ext>
            </a:extLst>
          </p:cNvPr>
          <p:cNvSpPr>
            <a:spLocks xmlns:a="http://schemas.openxmlformats.org/drawingml/2006/main" noGrp="1"/>
          </p:cNvSpPr>
          <p:nvPr/>
        </p:nvSpPr>
        <p:spPr>
          <a:xfrm xmlns:a="http://schemas.openxmlformats.org/drawingml/2006/main">
            <a:off x="2952750" y="3238500"/>
            <a:ext cx="3143250" cy="857250"/>
          </a:xfrm>
          <a:prstGeom xmlns:a="http://schemas.openxmlformats.org/drawingml/2006/main" prst="roundRect">
            <a:avLst>
              <a:gd name="adj" fmla="val 8889"/>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Tiếp nhận nguồn</a:t>
            </a:r>
          </a:p>
        </p:txBody>
      </p:sp>
      <p:sp>
        <p:nvSpPr>
          <p:cNvPr id="27" name="Tạo command">
            <a:extLst xmlns:a="http://schemas.openxmlformats.org/drawingml/2006/main">
              <a:ext uri="{FF2B5EF4-FFF2-40B4-BE49-F238E27FC236}">
                <a16:creationId xmlns:a16="http://schemas.microsoft.com/office/drawing/2014/main" id="{BD7CE67F-EF47-4AE9-B4D7-3027FCC62E65}"/>
              </a:ext>
            </a:extLst>
          </p:cNvPr>
          <p:cNvSpPr>
            <a:spLocks xmlns:a="http://schemas.openxmlformats.org/drawingml/2006/main" noGrp="1"/>
          </p:cNvSpPr>
          <p:nvPr/>
        </p:nvSpPr>
        <p:spPr>
          <a:xfrm xmlns:a="http://schemas.openxmlformats.org/drawingml/2006/main">
            <a:off x="7715250" y="3238500"/>
            <a:ext cx="3143250" cy="857250"/>
          </a:xfrm>
          <a:prstGeom xmlns:a="http://schemas.openxmlformats.org/drawingml/2006/main" prst="roundRect">
            <a:avLst>
              <a:gd name="adj" fmla="val 8889"/>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Tạo command</a:t>
            </a:r>
          </a:p>
        </p:txBody>
      </p:sp>
      <p:sp>
        <p:nvSpPr>
          <p:cNvPr id="28" name="Worker xử lý">
            <a:extLst xmlns:a="http://schemas.openxmlformats.org/drawingml/2006/main">
              <a:ext uri="{FF2B5EF4-FFF2-40B4-BE49-F238E27FC236}">
                <a16:creationId xmlns:a16="http://schemas.microsoft.com/office/drawing/2014/main" id="{49052907-7D65-4441-98FC-C6028EA2A048}"/>
              </a:ext>
            </a:extLst>
          </p:cNvPr>
          <p:cNvSpPr>
            <a:spLocks xmlns:a="http://schemas.openxmlformats.org/drawingml/2006/main" noGrp="1"/>
          </p:cNvSpPr>
          <p:nvPr/>
        </p:nvSpPr>
        <p:spPr>
          <a:xfrm xmlns:a="http://schemas.openxmlformats.org/drawingml/2006/main">
            <a:off x="12668250" y="3238500"/>
            <a:ext cx="3714750" cy="857250"/>
          </a:xfrm>
          <a:prstGeom xmlns:a="http://schemas.openxmlformats.org/drawingml/2006/main" prst="roundRect">
            <a:avLst>
              <a:gd name="adj" fmla="val 8889"/>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Worker xử lý</a:t>
            </a:r>
          </a:p>
        </p:txBody>
      </p:sp>
      <p:cxnSp>
        <p:nvCxnSpPr>
          <p:cNvPr id="61" name=""/>
          <p:cNvCxnSpPr>
            <a:stCxn xmlns:a="http://schemas.openxmlformats.org/drawingml/2006/main" id="25" idx="6"/>
            <a:endCxn xmlns:a="http://schemas.openxmlformats.org/drawingml/2006/main" id="26" idx="1"/>
          </p:cNvCxnSpPr>
          <p:nvPr/>
        </p:nvCxnSpPr>
        <p:spPr>
          <a:xfrm xmlns:a="http://schemas.openxmlformats.org/drawingml/2006/main">
            <a:off x="1905000" y="3667125"/>
            <a:ext cx="1047750" cy="0"/>
          </a:xfrm>
          <a:prstGeom xmlns:a="http://schemas.openxmlformats.org/drawingml/2006/main" prst="straightConnector1">
            <a:avLst/>
          </a:prstGeom>
          <a:ln xmlns:a="http://schemas.openxmlformats.org/drawingml/2006/main" w="19050">
            <a:solidFill>
              <a:srgbClr val="0B1D38"/>
            </a:solidFill>
            <a:tailEnd type="triangle" w="med" len="med"/>
          </a:ln>
        </p:spPr>
      </p:cxnSp>
      <p:cxnSp>
        <p:nvCxnSpPr>
          <p:cNvPr id="62" name=""/>
          <p:cNvCxnSpPr>
            <a:stCxn xmlns:a="http://schemas.openxmlformats.org/drawingml/2006/main" id="26" idx="3"/>
            <a:endCxn xmlns:a="http://schemas.openxmlformats.org/drawingml/2006/main" id="27" idx="1"/>
          </p:cNvCxnSpPr>
          <p:nvPr/>
        </p:nvCxnSpPr>
        <p:spPr>
          <a:xfrm xmlns:a="http://schemas.openxmlformats.org/drawingml/2006/main">
            <a:off x="6096000" y="3667125"/>
            <a:ext cx="1619250"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1" name="Hợp lệ">
            <a:extLst xmlns:a="http://schemas.openxmlformats.org/drawingml/2006/main">
              <a:ext uri="{FF2B5EF4-FFF2-40B4-BE49-F238E27FC236}">
                <a16:creationId xmlns:a16="http://schemas.microsoft.com/office/drawing/2014/main" id="{51D74369-3BF9-4FB5-B269-659DE847B7CE}"/>
              </a:ext>
            </a:extLst>
          </p:cNvPr>
          <p:cNvSpPr>
            <a:spLocks xmlns:a="http://schemas.openxmlformats.org/drawingml/2006/main" noGrp="1"/>
          </p:cNvSpPr>
          <p:nvPr/>
        </p:nvSpPr>
        <p:spPr>
          <a:xfrm xmlns:a="http://schemas.openxmlformats.org/drawingml/2006/main">
            <a:off x="6096000" y="2714625"/>
            <a:ext cx="161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Hợp lệ</a:t>
            </a:r>
          </a:p>
        </p:txBody>
      </p:sp>
      <p:cxnSp>
        <p:nvCxnSpPr>
          <p:cNvPr id="64" name=""/>
          <p:cNvCxnSpPr>
            <a:stCxn xmlns:a="http://schemas.openxmlformats.org/drawingml/2006/main" id="27" idx="3"/>
            <a:endCxn xmlns:a="http://schemas.openxmlformats.org/drawingml/2006/main" id="28" idx="1"/>
          </p:cNvCxnSpPr>
          <p:nvPr/>
        </p:nvCxnSpPr>
        <p:spPr>
          <a:xfrm xmlns:a="http://schemas.openxmlformats.org/drawingml/2006/main">
            <a:off x="10858500" y="3667125"/>
            <a:ext cx="1809750"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3" name="Tác vụ">
            <a:extLst xmlns:a="http://schemas.openxmlformats.org/drawingml/2006/main">
              <a:ext uri="{FF2B5EF4-FFF2-40B4-BE49-F238E27FC236}">
                <a16:creationId xmlns:a16="http://schemas.microsoft.com/office/drawing/2014/main" id="{A5B72405-8A3C-4057-9DDC-2FFC928E59A0}"/>
              </a:ext>
            </a:extLst>
          </p:cNvPr>
          <p:cNvSpPr>
            <a:spLocks xmlns:a="http://schemas.openxmlformats.org/drawingml/2006/main" noGrp="1"/>
          </p:cNvSpPr>
          <p:nvPr/>
        </p:nvSpPr>
        <p:spPr>
          <a:xfrm xmlns:a="http://schemas.openxmlformats.org/drawingml/2006/main">
            <a:off x="10858500" y="27146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Tác vụ</a:t>
            </a:r>
          </a:p>
        </p:txBody>
      </p:sp>
      <p:sp>
        <p:nvSpPr>
          <p:cNvPr id="34" name="">
            <a:extLst xmlns:a="http://schemas.openxmlformats.org/drawingml/2006/main">
              <a:ext uri="{FF2B5EF4-FFF2-40B4-BE49-F238E27FC236}">
                <a16:creationId xmlns:a16="http://schemas.microsoft.com/office/drawing/2014/main" id="{6769F670-3D8D-4094-A852-6761A2AC0913}"/>
              </a:ext>
            </a:extLst>
          </p:cNvPr>
          <p:cNvSpPr>
            <a:spLocks xmlns:a="http://schemas.openxmlformats.org/drawingml/2006/main" noGrp="1"/>
          </p:cNvSpPr>
          <p:nvPr/>
        </p:nvSpPr>
        <p:spPr>
          <a:xfrm xmlns:a="http://schemas.openxmlformats.org/drawingml/2006/main">
            <a:off x="13811250" y="5048250"/>
            <a:ext cx="1476375" cy="1095375"/>
          </a:xfrm>
          <a:prstGeom xmlns:a="http://schemas.openxmlformats.org/drawingml/2006/main" prst="diamond">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lstStyle xmlns:a="http://schemas.openxmlformats.org/drawingml/2006/main"/>
          <a:p xmlns:a="http://schemas.openxmlformats.org/drawingml/2006/main">
            <a:pPr algn="ctr">
              <a:defRPr sz="2100">
                <a:solidFill>
                  <a:srgbClr val="0B1D38"/>
                </a:solidFill>
                <a:latin typeface="Arial"/>
                <a:ea typeface="Arial"/>
                <a:cs typeface="Arial"/>
              </a:defRPr>
            </a:pPr>
            <a:r>
              <a:rPr sz="2100">
                <a:solidFill>
                  <a:srgbClr val="0B1D38"/>
                </a:solidFill>
                <a:latin typeface="Arial"/>
                <a:ea typeface="Arial"/>
                <a:cs typeface="Arial"/>
              </a:rPr>
              <a:t>Lỗi?</a:t>
            </a:r>
          </a:p>
        </p:txBody>
      </p:sp>
      <p:cxnSp>
        <p:nvCxnSpPr>
          <p:cNvPr id="67" name=""/>
          <p:cNvCxnSpPr>
            <a:stCxn xmlns:a="http://schemas.openxmlformats.org/drawingml/2006/main" id="28" idx="2"/>
            <a:endCxn xmlns:a="http://schemas.openxmlformats.org/drawingml/2006/main" id="34" idx="0"/>
          </p:cNvCxnSpPr>
          <p:nvPr/>
        </p:nvCxnSpPr>
        <p:spPr>
          <a:xfrm xmlns:a="http://schemas.openxmlformats.org/drawingml/2006/main">
            <a:off x="14525625" y="4095750"/>
            <a:ext cx="23813" cy="95250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6" name="Lưu nội dung &amp; chỉ mục">
            <a:extLst xmlns:a="http://schemas.openxmlformats.org/drawingml/2006/main">
              <a:ext uri="{FF2B5EF4-FFF2-40B4-BE49-F238E27FC236}">
                <a16:creationId xmlns:a16="http://schemas.microsoft.com/office/drawing/2014/main" id="{CFEB2999-7C29-44A0-8D0D-93A3C6B83577}"/>
              </a:ext>
            </a:extLst>
          </p:cNvPr>
          <p:cNvSpPr>
            <a:spLocks xmlns:a="http://schemas.openxmlformats.org/drawingml/2006/main" noGrp="1"/>
          </p:cNvSpPr>
          <p:nvPr/>
        </p:nvSpPr>
        <p:spPr>
          <a:xfrm xmlns:a="http://schemas.openxmlformats.org/drawingml/2006/main">
            <a:off x="9906000" y="7239000"/>
            <a:ext cx="6381750" cy="952500"/>
          </a:xfrm>
          <a:prstGeom xmlns:a="http://schemas.openxmlformats.org/drawingml/2006/main" prst="roundRect">
            <a:avLst>
              <a:gd name="adj" fmla="val 8000"/>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Lưu nội dung &amp; chỉ mục</a:t>
            </a:r>
          </a:p>
        </p:txBody>
      </p:sp>
      <p:sp>
        <p:nvSpPr>
          <p:cNvPr id="37" name="Báo lỗi / chờ thử lại">
            <a:extLst xmlns:a="http://schemas.openxmlformats.org/drawingml/2006/main">
              <a:ext uri="{FF2B5EF4-FFF2-40B4-BE49-F238E27FC236}">
                <a16:creationId xmlns:a16="http://schemas.microsoft.com/office/drawing/2014/main" id="{7B5C1D0C-9681-4F08-97F5-703C3A08AEE5}"/>
              </a:ext>
            </a:extLst>
          </p:cNvPr>
          <p:cNvSpPr>
            <a:spLocks xmlns:a="http://schemas.openxmlformats.org/drawingml/2006/main" noGrp="1"/>
          </p:cNvSpPr>
          <p:nvPr/>
        </p:nvSpPr>
        <p:spPr>
          <a:xfrm xmlns:a="http://schemas.openxmlformats.org/drawingml/2006/main">
            <a:off x="2476500" y="5524500"/>
            <a:ext cx="6191250" cy="952500"/>
          </a:xfrm>
          <a:prstGeom xmlns:a="http://schemas.openxmlformats.org/drawingml/2006/main" prst="roundRect">
            <a:avLst>
              <a:gd name="adj" fmla="val 8000"/>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Báo lỗi / chờ thử lại</a:t>
            </a:r>
          </a:p>
        </p:txBody>
      </p:sp>
      <p:cxnSp>
        <p:nvCxnSpPr>
          <p:cNvPr id="70" name=""/>
          <p:cNvCxnSpPr>
            <a:stCxn xmlns:a="http://schemas.openxmlformats.org/drawingml/2006/main" id="34" idx="1"/>
            <a:endCxn xmlns:a="http://schemas.openxmlformats.org/drawingml/2006/main" id="37" idx="3"/>
          </p:cNvCxnSpPr>
          <p:nvPr/>
        </p:nvCxnSpPr>
        <p:spPr>
          <a:xfrm xmlns:a="http://schemas.openxmlformats.org/drawingml/2006/main" flipH="1">
            <a:off x="8667750" y="5595938"/>
            <a:ext cx="5143500" cy="404813"/>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9" name="Có">
            <a:extLst xmlns:a="http://schemas.openxmlformats.org/drawingml/2006/main">
              <a:ext uri="{FF2B5EF4-FFF2-40B4-BE49-F238E27FC236}">
                <a16:creationId xmlns:a16="http://schemas.microsoft.com/office/drawing/2014/main" id="{884357D5-C365-4DDE-BC7A-E9A551079B39}"/>
              </a:ext>
            </a:extLst>
          </p:cNvPr>
          <p:cNvSpPr>
            <a:spLocks xmlns:a="http://schemas.openxmlformats.org/drawingml/2006/main" noGrp="1"/>
          </p:cNvSpPr>
          <p:nvPr/>
        </p:nvSpPr>
        <p:spPr>
          <a:xfrm xmlns:a="http://schemas.openxmlformats.org/drawingml/2006/main">
            <a:off x="9144000" y="5334000"/>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Có</a:t>
            </a:r>
          </a:p>
        </p:txBody>
      </p:sp>
      <p:cxnSp>
        <p:nvCxnSpPr>
          <p:cNvPr id="72" name=""/>
          <p:cNvCxnSpPr>
            <a:stCxn xmlns:a="http://schemas.openxmlformats.org/drawingml/2006/main" id="34" idx="2"/>
            <a:endCxn xmlns:a="http://schemas.openxmlformats.org/drawingml/2006/main" id="36" idx="0"/>
          </p:cNvCxnSpPr>
          <p:nvPr/>
        </p:nvCxnSpPr>
        <p:spPr>
          <a:xfrm xmlns:a="http://schemas.openxmlformats.org/drawingml/2006/main" flipH="1">
            <a:off x="13096875" y="6143625"/>
            <a:ext cx="1452563" cy="1095375"/>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41" name="Không">
            <a:extLst xmlns:a="http://schemas.openxmlformats.org/drawingml/2006/main">
              <a:ext uri="{FF2B5EF4-FFF2-40B4-BE49-F238E27FC236}">
                <a16:creationId xmlns:a16="http://schemas.microsoft.com/office/drawing/2014/main" id="{3D9195DB-0A92-4693-8EDB-F8BF6703A0F1}"/>
              </a:ext>
            </a:extLst>
          </p:cNvPr>
          <p:cNvSpPr>
            <a:spLocks xmlns:a="http://schemas.openxmlformats.org/drawingml/2006/main" noGrp="1"/>
          </p:cNvSpPr>
          <p:nvPr/>
        </p:nvSpPr>
        <p:spPr>
          <a:xfrm xmlns:a="http://schemas.openxmlformats.org/drawingml/2006/main">
            <a:off x="14668500" y="6286500"/>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Không</a:t>
            </a:r>
          </a:p>
        </p:txBody>
      </p:sp>
      <p:cxnSp>
        <p:nvCxnSpPr>
          <p:cNvPr id="74" name=""/>
          <p:cNvCxnSpPr>
            <a:stCxn xmlns:a="http://schemas.openxmlformats.org/drawingml/2006/main" id="37" idx="0"/>
            <a:endCxn xmlns:a="http://schemas.openxmlformats.org/drawingml/2006/main" id="27" idx="2"/>
          </p:cNvCxnSpPr>
          <p:nvPr/>
        </p:nvCxnSpPr>
        <p:spPr>
          <a:xfrm xmlns:a="http://schemas.openxmlformats.org/drawingml/2006/main" flipV="1">
            <a:off x="5572125" y="4095750"/>
            <a:ext cx="3714750" cy="142875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43" name="Thử lại">
            <a:extLst xmlns:a="http://schemas.openxmlformats.org/drawingml/2006/main">
              <a:ext uri="{FF2B5EF4-FFF2-40B4-BE49-F238E27FC236}">
                <a16:creationId xmlns:a16="http://schemas.microsoft.com/office/drawing/2014/main" id="{89066BEE-1B0B-49E1-A891-DFC0CC1B9907}"/>
              </a:ext>
            </a:extLst>
          </p:cNvPr>
          <p:cNvSpPr>
            <a:spLocks xmlns:a="http://schemas.openxmlformats.org/drawingml/2006/main" noGrp="1"/>
          </p:cNvSpPr>
          <p:nvPr/>
        </p:nvSpPr>
        <p:spPr>
          <a:xfrm xmlns:a="http://schemas.openxmlformats.org/drawingml/2006/main">
            <a:off x="4857750" y="4286250"/>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Thử lại</a:t>
            </a:r>
          </a:p>
        </p:txBody>
      </p:sp>
      <p:sp>
        <p:nvSpPr>
          <p:cNvPr id="44" name="Thành công khi dữ liệu được lưu và chỉ mục khả dụng; không chỉ kh">
            <a:extLst xmlns:a="http://schemas.openxmlformats.org/drawingml/2006/main">
              <a:ext uri="{FF2B5EF4-FFF2-40B4-BE49-F238E27FC236}">
                <a16:creationId xmlns:a16="http://schemas.microsoft.com/office/drawing/2014/main" id="{0C658CD1-1F32-44E7-8D01-1C2F32D8E342}"/>
              </a:ext>
            </a:extLst>
          </p:cNvPr>
          <p:cNvSpPr>
            <a:spLocks xmlns:a="http://schemas.openxmlformats.org/drawingml/2006/main" noGrp="1"/>
          </p:cNvSpPr>
          <p:nvPr/>
        </p:nvSpPr>
        <p:spPr>
          <a:xfrm xmlns:a="http://schemas.openxmlformats.org/drawingml/2006/main">
            <a:off x="1095375" y="869632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8657D"/>
                </a:solidFill>
                <a:latin typeface="Arial"/>
                <a:ea typeface="Arial"/>
                <a:cs typeface="Arial"/>
              </a:defRPr>
            </a:pPr>
            <a:r>
              <a:rPr sz="2025" b="0">
                <a:solidFill>
                  <a:srgbClr val="58657D"/>
                </a:solidFill>
                <a:latin typeface="Arial"/>
                <a:ea typeface="Arial"/>
                <a:cs typeface="Arial"/>
              </a:rPr>
              <a:t>Thành công khi dữ liệu được lưu và chỉ mục khả dụng; không chỉ khi API nhận file. Tác vụ thất bại có nhánh thử lại.</a:t>
            </a:r>
          </a:p>
        </p:txBody>
      </p:sp>
    </p:spTree>
    <p:extLst>
      <p:ext uri="{BB962C8B-B14F-4D97-AF65-F5344CB8AC3E}">
        <p14:creationId xmlns:p14="http://schemas.microsoft.com/office/powerpoint/2010/main" val="1856122589"/>
      </p:ext>
    </p:extLst>
  </p:cSld>
</p:sld>
</file>

<file path=ppt/slides/slide12.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Sequence: hỏi đáp theo ngữ cảnh">
            <a:extLst xmlns:a="http://schemas.openxmlformats.org/drawingml/2006/main">
              <a:ext uri="{FF2B5EF4-FFF2-40B4-BE49-F238E27FC236}">
                <a16:creationId xmlns:a16="http://schemas.microsoft.com/office/drawing/2014/main" id="{B4B80510-3E66-4230-B01E-C240A4869CF7}"/>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Sequence: hỏi đáp theo ngữ cảnh</a:t>
            </a:r>
          </a:p>
        </p:txBody>
      </p:sp>
      <p:sp>
        <p:nvSpPr>
          <p:cNvPr id="22" name="MÔ HÌNH HÀNH VI">
            <a:extLst xmlns:a="http://schemas.openxmlformats.org/drawingml/2006/main">
              <a:ext uri="{FF2B5EF4-FFF2-40B4-BE49-F238E27FC236}">
                <a16:creationId xmlns:a16="http://schemas.microsoft.com/office/drawing/2014/main" id="{E82BDC9A-88F8-45D4-9856-E3EE53F26AE0}"/>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MÔ HÌNH HÀNH VI</a:t>
            </a:r>
          </a:p>
        </p:txBody>
      </p:sp>
      <p:sp>
        <p:nvSpPr>
          <p:cNvPr id="23" name="NotebookE / Phân tích &amp; thiết kế">
            <a:extLst xmlns:a="http://schemas.openxmlformats.org/drawingml/2006/main">
              <a:ext uri="{FF2B5EF4-FFF2-40B4-BE49-F238E27FC236}">
                <a16:creationId xmlns:a16="http://schemas.microsoft.com/office/drawing/2014/main" id="{0CB1E6FD-339F-41F7-B806-B4066302678C}"/>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12 / 20">
            <a:extLst xmlns:a="http://schemas.openxmlformats.org/drawingml/2006/main">
              <a:ext uri="{FF2B5EF4-FFF2-40B4-BE49-F238E27FC236}">
                <a16:creationId xmlns:a16="http://schemas.microsoft.com/office/drawing/2014/main" id="{0A5441E7-D8CF-466A-AF8A-CFB0E2132961}"/>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12 / 20</a:t>
            </a:r>
          </a:p>
        </p:txBody>
      </p:sp>
      <p:sp>
        <p:nvSpPr>
          <p:cNvPr id="25" name="Người dùng / UI">
            <a:extLst xmlns:a="http://schemas.openxmlformats.org/drawingml/2006/main">
              <a:ext uri="{FF2B5EF4-FFF2-40B4-BE49-F238E27FC236}">
                <a16:creationId xmlns:a16="http://schemas.microsoft.com/office/drawing/2014/main" id="{D42BB0E3-8030-4FC9-A6CA-E0090C8832F5}"/>
              </a:ext>
            </a:extLst>
          </p:cNvPr>
          <p:cNvSpPr>
            <a:spLocks xmlns:a="http://schemas.openxmlformats.org/drawingml/2006/main" noGrp="1"/>
          </p:cNvSpPr>
          <p:nvPr/>
        </p:nvSpPr>
        <p:spPr>
          <a:xfrm xmlns:a="http://schemas.openxmlformats.org/drawingml/2006/main">
            <a:off x="1047750" y="2476500"/>
            <a:ext cx="3476625"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175">
                <a:solidFill>
                  <a:srgbClr val="0B1D38"/>
                </a:solidFill>
                <a:latin typeface="Arial"/>
                <a:ea typeface="Arial"/>
                <a:cs typeface="Arial"/>
              </a:defRPr>
            </a:pPr>
            <a:r>
              <a:rPr sz="2175">
                <a:solidFill>
                  <a:srgbClr val="0B1D38"/>
                </a:solidFill>
                <a:latin typeface="Arial"/>
                <a:ea typeface="Arial"/>
                <a:cs typeface="Arial"/>
              </a:rPr>
              <a:t>Người dùng / UI</a:t>
            </a:r>
          </a:p>
        </p:txBody>
      </p:sp>
      <p:sp>
        <p:nvSpPr>
          <p:cNvPr id="26" name="">
            <a:extLst xmlns:a="http://schemas.openxmlformats.org/drawingml/2006/main">
              <a:ext uri="{FF2B5EF4-FFF2-40B4-BE49-F238E27FC236}">
                <a16:creationId xmlns:a16="http://schemas.microsoft.com/office/drawing/2014/main" id="{7AFD7B1B-A3A9-4ADC-B481-B2D0D96311B7}"/>
              </a:ext>
            </a:extLst>
          </p:cNvPr>
          <p:cNvSpPr>
            <a:spLocks xmlns:a="http://schemas.openxmlformats.org/drawingml/2006/main" noGrp="1"/>
          </p:cNvSpPr>
          <p:nvPr/>
        </p:nvSpPr>
        <p:spPr>
          <a:xfrm xmlns:a="http://schemas.openxmlformats.org/drawingml/2006/main">
            <a:off x="2771775" y="3333750"/>
            <a:ext cx="19050" cy="457200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27" name="API + Ask graph">
            <a:extLst xmlns:a="http://schemas.openxmlformats.org/drawingml/2006/main">
              <a:ext uri="{FF2B5EF4-FFF2-40B4-BE49-F238E27FC236}">
                <a16:creationId xmlns:a16="http://schemas.microsoft.com/office/drawing/2014/main" id="{4F974647-23A8-43FE-A338-8D6A495E0B88}"/>
              </a:ext>
            </a:extLst>
          </p:cNvPr>
          <p:cNvSpPr>
            <a:spLocks xmlns:a="http://schemas.openxmlformats.org/drawingml/2006/main" noGrp="1"/>
          </p:cNvSpPr>
          <p:nvPr/>
        </p:nvSpPr>
        <p:spPr>
          <a:xfrm xmlns:a="http://schemas.openxmlformats.org/drawingml/2006/main">
            <a:off x="5286375" y="2476500"/>
            <a:ext cx="3476625"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175">
                <a:solidFill>
                  <a:srgbClr val="0B1D38"/>
                </a:solidFill>
                <a:latin typeface="Arial"/>
                <a:ea typeface="Arial"/>
                <a:cs typeface="Arial"/>
              </a:defRPr>
            </a:pPr>
            <a:r>
              <a:rPr sz="2175">
                <a:solidFill>
                  <a:srgbClr val="0B1D38"/>
                </a:solidFill>
                <a:latin typeface="Arial"/>
                <a:ea typeface="Arial"/>
                <a:cs typeface="Arial"/>
              </a:rPr>
              <a:t>API + Ask graph</a:t>
            </a:r>
          </a:p>
        </p:txBody>
      </p:sp>
      <p:sp>
        <p:nvSpPr>
          <p:cNvPr id="28" name="">
            <a:extLst xmlns:a="http://schemas.openxmlformats.org/drawingml/2006/main">
              <a:ext uri="{FF2B5EF4-FFF2-40B4-BE49-F238E27FC236}">
                <a16:creationId xmlns:a16="http://schemas.microsoft.com/office/drawing/2014/main" id="{BCECDF87-B36F-42E0-AD5E-E272EE14C1F7}"/>
              </a:ext>
            </a:extLst>
          </p:cNvPr>
          <p:cNvSpPr>
            <a:spLocks xmlns:a="http://schemas.openxmlformats.org/drawingml/2006/main" noGrp="1"/>
          </p:cNvSpPr>
          <p:nvPr/>
        </p:nvSpPr>
        <p:spPr>
          <a:xfrm xmlns:a="http://schemas.openxmlformats.org/drawingml/2006/main">
            <a:off x="7010400" y="3333750"/>
            <a:ext cx="19050" cy="457200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29" name="SurrealDB">
            <a:extLst xmlns:a="http://schemas.openxmlformats.org/drawingml/2006/main">
              <a:ext uri="{FF2B5EF4-FFF2-40B4-BE49-F238E27FC236}">
                <a16:creationId xmlns:a16="http://schemas.microsoft.com/office/drawing/2014/main" id="{56ADDC38-2144-4B10-AD59-5C4247C24683}"/>
              </a:ext>
            </a:extLst>
          </p:cNvPr>
          <p:cNvSpPr>
            <a:spLocks xmlns:a="http://schemas.openxmlformats.org/drawingml/2006/main" noGrp="1"/>
          </p:cNvSpPr>
          <p:nvPr/>
        </p:nvSpPr>
        <p:spPr>
          <a:xfrm xmlns:a="http://schemas.openxmlformats.org/drawingml/2006/main">
            <a:off x="9525000" y="2476500"/>
            <a:ext cx="3476625"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175">
                <a:solidFill>
                  <a:srgbClr val="0B1D38"/>
                </a:solidFill>
                <a:latin typeface="Arial"/>
                <a:ea typeface="Arial"/>
                <a:cs typeface="Arial"/>
              </a:defRPr>
            </a:pPr>
            <a:r>
              <a:rPr sz="2175">
                <a:solidFill>
                  <a:srgbClr val="0B1D38"/>
                </a:solidFill>
                <a:latin typeface="Arial"/>
                <a:ea typeface="Arial"/>
                <a:cs typeface="Arial"/>
              </a:rPr>
              <a:t>SurrealDB</a:t>
            </a:r>
          </a:p>
        </p:txBody>
      </p:sp>
      <p:sp>
        <p:nvSpPr>
          <p:cNvPr id="30" name="">
            <a:extLst xmlns:a="http://schemas.openxmlformats.org/drawingml/2006/main">
              <a:ext uri="{FF2B5EF4-FFF2-40B4-BE49-F238E27FC236}">
                <a16:creationId xmlns:a16="http://schemas.microsoft.com/office/drawing/2014/main" id="{CD1075C4-6EB3-4255-90B4-04894C4BA6F5}"/>
              </a:ext>
            </a:extLst>
          </p:cNvPr>
          <p:cNvSpPr>
            <a:spLocks xmlns:a="http://schemas.openxmlformats.org/drawingml/2006/main" noGrp="1"/>
          </p:cNvSpPr>
          <p:nvPr/>
        </p:nvSpPr>
        <p:spPr>
          <a:xfrm xmlns:a="http://schemas.openxmlformats.org/drawingml/2006/main">
            <a:off x="11249025" y="3333750"/>
            <a:ext cx="19050" cy="457200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1" name="Provider AI">
            <a:extLst xmlns:a="http://schemas.openxmlformats.org/drawingml/2006/main">
              <a:ext uri="{FF2B5EF4-FFF2-40B4-BE49-F238E27FC236}">
                <a16:creationId xmlns:a16="http://schemas.microsoft.com/office/drawing/2014/main" id="{C84115D1-037B-4014-9E41-C130FD1F3DEC}"/>
              </a:ext>
            </a:extLst>
          </p:cNvPr>
          <p:cNvSpPr>
            <a:spLocks xmlns:a="http://schemas.openxmlformats.org/drawingml/2006/main" noGrp="1"/>
          </p:cNvSpPr>
          <p:nvPr/>
        </p:nvSpPr>
        <p:spPr>
          <a:xfrm xmlns:a="http://schemas.openxmlformats.org/drawingml/2006/main">
            <a:off x="13763625" y="2476500"/>
            <a:ext cx="3476625"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175">
                <a:solidFill>
                  <a:srgbClr val="0B1D38"/>
                </a:solidFill>
                <a:latin typeface="Arial"/>
                <a:ea typeface="Arial"/>
                <a:cs typeface="Arial"/>
              </a:defRPr>
            </a:pPr>
            <a:r>
              <a:rPr sz="2175">
                <a:solidFill>
                  <a:srgbClr val="0B1D38"/>
                </a:solidFill>
                <a:latin typeface="Arial"/>
                <a:ea typeface="Arial"/>
                <a:cs typeface="Arial"/>
              </a:rPr>
              <a:t>Provider AI</a:t>
            </a:r>
          </a:p>
        </p:txBody>
      </p:sp>
      <p:sp>
        <p:nvSpPr>
          <p:cNvPr id="32" name="">
            <a:extLst xmlns:a="http://schemas.openxmlformats.org/drawingml/2006/main">
              <a:ext uri="{FF2B5EF4-FFF2-40B4-BE49-F238E27FC236}">
                <a16:creationId xmlns:a16="http://schemas.microsoft.com/office/drawing/2014/main" id="{3160A326-E1D1-488D-88AF-510A3C7035A8}"/>
              </a:ext>
            </a:extLst>
          </p:cNvPr>
          <p:cNvSpPr>
            <a:spLocks xmlns:a="http://schemas.openxmlformats.org/drawingml/2006/main" noGrp="1"/>
          </p:cNvSpPr>
          <p:nvPr/>
        </p:nvSpPr>
        <p:spPr>
          <a:xfrm xmlns:a="http://schemas.openxmlformats.org/drawingml/2006/main">
            <a:off x="15487650" y="3333750"/>
            <a:ext cx="19050" cy="457200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3" name="">
            <a:extLst xmlns:a="http://schemas.openxmlformats.org/drawingml/2006/main">
              <a:ext uri="{FF2B5EF4-FFF2-40B4-BE49-F238E27FC236}">
                <a16:creationId xmlns:a16="http://schemas.microsoft.com/office/drawing/2014/main" id="{E4AD80FF-0A83-436B-8100-0DF70DDC5E31}"/>
              </a:ext>
            </a:extLst>
          </p:cNvPr>
          <p:cNvSpPr>
            <a:spLocks xmlns:a="http://schemas.openxmlformats.org/drawingml/2006/main" noGrp="1"/>
          </p:cNvSpPr>
          <p:nvPr/>
        </p:nvSpPr>
        <p:spPr>
          <a:xfrm xmlns:a="http://schemas.openxmlformats.org/drawingml/2006/main">
            <a:off x="2771775" y="3857625"/>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4" name="">
            <a:extLst xmlns:a="http://schemas.openxmlformats.org/drawingml/2006/main">
              <a:ext uri="{FF2B5EF4-FFF2-40B4-BE49-F238E27FC236}">
                <a16:creationId xmlns:a16="http://schemas.microsoft.com/office/drawing/2014/main" id="{DCC6EC87-D9CA-453E-AB04-58DDD07B03C9}"/>
              </a:ext>
            </a:extLst>
          </p:cNvPr>
          <p:cNvSpPr>
            <a:spLocks xmlns:a="http://schemas.openxmlformats.org/drawingml/2006/main" noGrp="1"/>
          </p:cNvSpPr>
          <p:nvPr/>
        </p:nvSpPr>
        <p:spPr>
          <a:xfrm xmlns:a="http://schemas.openxmlformats.org/drawingml/2006/main">
            <a:off x="7010400" y="3857625"/>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80" name=""/>
          <p:cNvCxnSpPr>
            <a:stCxn xmlns:a="http://schemas.openxmlformats.org/drawingml/2006/main" id="33" idx="3"/>
            <a:endCxn xmlns:a="http://schemas.openxmlformats.org/drawingml/2006/main" id="34" idx="1"/>
          </p:cNvCxnSpPr>
          <p:nvPr/>
        </p:nvCxnSpPr>
        <p:spPr>
          <a:xfrm xmlns:a="http://schemas.openxmlformats.org/drawingml/2006/main">
            <a:off x="2790825" y="3867150"/>
            <a:ext cx="421957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6" name="1. Câu hỏi + lựa chọn model">
            <a:extLst xmlns:a="http://schemas.openxmlformats.org/drawingml/2006/main">
              <a:ext uri="{FF2B5EF4-FFF2-40B4-BE49-F238E27FC236}">
                <a16:creationId xmlns:a16="http://schemas.microsoft.com/office/drawing/2014/main" id="{53797EBF-2E09-417B-B88D-A177C7B0F6A4}"/>
              </a:ext>
            </a:extLst>
          </p:cNvPr>
          <p:cNvSpPr>
            <a:spLocks xmlns:a="http://schemas.openxmlformats.org/drawingml/2006/main" noGrp="1"/>
          </p:cNvSpPr>
          <p:nvPr/>
        </p:nvSpPr>
        <p:spPr>
          <a:xfrm xmlns:a="http://schemas.openxmlformats.org/drawingml/2006/main">
            <a:off x="1238250" y="342900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0B1D38"/>
                </a:solidFill>
                <a:latin typeface="Arial"/>
                <a:ea typeface="Arial"/>
                <a:cs typeface="Arial"/>
              </a:defRPr>
            </a:pPr>
            <a:r>
              <a:rPr sz="1875" b="0">
                <a:solidFill>
                  <a:srgbClr val="0B1D38"/>
                </a:solidFill>
                <a:latin typeface="Arial"/>
                <a:ea typeface="Arial"/>
                <a:cs typeface="Arial"/>
              </a:rPr>
              <a:t>1. Câu hỏi + lựa chọn model</a:t>
            </a:r>
          </a:p>
        </p:txBody>
      </p:sp>
      <p:sp>
        <p:nvSpPr>
          <p:cNvPr id="37" name="">
            <a:extLst xmlns:a="http://schemas.openxmlformats.org/drawingml/2006/main">
              <a:ext uri="{FF2B5EF4-FFF2-40B4-BE49-F238E27FC236}">
                <a16:creationId xmlns:a16="http://schemas.microsoft.com/office/drawing/2014/main" id="{E947F978-4924-4DD0-AB89-F371F7F03EC0}"/>
              </a:ext>
            </a:extLst>
          </p:cNvPr>
          <p:cNvSpPr>
            <a:spLocks xmlns:a="http://schemas.openxmlformats.org/drawingml/2006/main" noGrp="1"/>
          </p:cNvSpPr>
          <p:nvPr/>
        </p:nvSpPr>
        <p:spPr>
          <a:xfrm xmlns:a="http://schemas.openxmlformats.org/drawingml/2006/main">
            <a:off x="7010400" y="466725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8" name="">
            <a:extLst xmlns:a="http://schemas.openxmlformats.org/drawingml/2006/main">
              <a:ext uri="{FF2B5EF4-FFF2-40B4-BE49-F238E27FC236}">
                <a16:creationId xmlns:a16="http://schemas.microsoft.com/office/drawing/2014/main" id="{023FD9C6-437C-4236-89D7-80B7C200E74E}"/>
              </a:ext>
            </a:extLst>
          </p:cNvPr>
          <p:cNvSpPr>
            <a:spLocks xmlns:a="http://schemas.openxmlformats.org/drawingml/2006/main" noGrp="1"/>
          </p:cNvSpPr>
          <p:nvPr/>
        </p:nvSpPr>
        <p:spPr>
          <a:xfrm xmlns:a="http://schemas.openxmlformats.org/drawingml/2006/main">
            <a:off x="15487650" y="466725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84" name=""/>
          <p:cNvCxnSpPr>
            <a:stCxn xmlns:a="http://schemas.openxmlformats.org/drawingml/2006/main" id="37" idx="3"/>
            <a:endCxn xmlns:a="http://schemas.openxmlformats.org/drawingml/2006/main" id="38" idx="1"/>
          </p:cNvCxnSpPr>
          <p:nvPr/>
        </p:nvCxnSpPr>
        <p:spPr>
          <a:xfrm xmlns:a="http://schemas.openxmlformats.org/drawingml/2006/main">
            <a:off x="7029450" y="4676775"/>
            <a:ext cx="8458200"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40" name="2. Lập chiến lược / embedding truy vấn">
            <a:extLst xmlns:a="http://schemas.openxmlformats.org/drawingml/2006/main">
              <a:ext uri="{FF2B5EF4-FFF2-40B4-BE49-F238E27FC236}">
                <a16:creationId xmlns:a16="http://schemas.microsoft.com/office/drawing/2014/main" id="{567FBA0F-C3D5-408F-AE62-5BBE19E025A1}"/>
              </a:ext>
            </a:extLst>
          </p:cNvPr>
          <p:cNvSpPr>
            <a:spLocks xmlns:a="http://schemas.openxmlformats.org/drawingml/2006/main" noGrp="1"/>
          </p:cNvSpPr>
          <p:nvPr/>
        </p:nvSpPr>
        <p:spPr>
          <a:xfrm xmlns:a="http://schemas.openxmlformats.org/drawingml/2006/main">
            <a:off x="5476875" y="4238625"/>
            <a:ext cx="1133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0B1D38"/>
                </a:solidFill>
                <a:latin typeface="Arial"/>
                <a:ea typeface="Arial"/>
                <a:cs typeface="Arial"/>
              </a:defRPr>
            </a:pPr>
            <a:r>
              <a:rPr sz="1875" b="0">
                <a:solidFill>
                  <a:srgbClr val="0B1D38"/>
                </a:solidFill>
                <a:latin typeface="Arial"/>
                <a:ea typeface="Arial"/>
                <a:cs typeface="Arial"/>
              </a:rPr>
              <a:t>2. Lập chiến lược / embedding truy vấn</a:t>
            </a:r>
          </a:p>
        </p:txBody>
      </p:sp>
      <p:sp>
        <p:nvSpPr>
          <p:cNvPr id="41" name="">
            <a:extLst xmlns:a="http://schemas.openxmlformats.org/drawingml/2006/main">
              <a:ext uri="{FF2B5EF4-FFF2-40B4-BE49-F238E27FC236}">
                <a16:creationId xmlns:a16="http://schemas.microsoft.com/office/drawing/2014/main" id="{D6B2DA98-8073-4540-B67C-BA2ED8A8CCA1}"/>
              </a:ext>
            </a:extLst>
          </p:cNvPr>
          <p:cNvSpPr>
            <a:spLocks xmlns:a="http://schemas.openxmlformats.org/drawingml/2006/main" noGrp="1"/>
          </p:cNvSpPr>
          <p:nvPr/>
        </p:nvSpPr>
        <p:spPr>
          <a:xfrm xmlns:a="http://schemas.openxmlformats.org/drawingml/2006/main">
            <a:off x="7010400" y="5476875"/>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42" name="">
            <a:extLst xmlns:a="http://schemas.openxmlformats.org/drawingml/2006/main">
              <a:ext uri="{FF2B5EF4-FFF2-40B4-BE49-F238E27FC236}">
                <a16:creationId xmlns:a16="http://schemas.microsoft.com/office/drawing/2014/main" id="{CAE1E953-99BA-4AE5-8755-C87D336A545E}"/>
              </a:ext>
            </a:extLst>
          </p:cNvPr>
          <p:cNvSpPr>
            <a:spLocks xmlns:a="http://schemas.openxmlformats.org/drawingml/2006/main" noGrp="1"/>
          </p:cNvSpPr>
          <p:nvPr/>
        </p:nvSpPr>
        <p:spPr>
          <a:xfrm xmlns:a="http://schemas.openxmlformats.org/drawingml/2006/main">
            <a:off x="11249025" y="5476875"/>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88" name=""/>
          <p:cNvCxnSpPr>
            <a:stCxn xmlns:a="http://schemas.openxmlformats.org/drawingml/2006/main" id="41" idx="3"/>
            <a:endCxn xmlns:a="http://schemas.openxmlformats.org/drawingml/2006/main" id="42" idx="1"/>
          </p:cNvCxnSpPr>
          <p:nvPr/>
        </p:nvCxnSpPr>
        <p:spPr>
          <a:xfrm xmlns:a="http://schemas.openxmlformats.org/drawingml/2006/main">
            <a:off x="7029450" y="5486400"/>
            <a:ext cx="421957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44" name="3. Tìm vector + lấy đoạn nguồn">
            <a:extLst xmlns:a="http://schemas.openxmlformats.org/drawingml/2006/main">
              <a:ext uri="{FF2B5EF4-FFF2-40B4-BE49-F238E27FC236}">
                <a16:creationId xmlns:a16="http://schemas.microsoft.com/office/drawing/2014/main" id="{788B8E98-9496-4045-861F-86B0168CCEA6}"/>
              </a:ext>
            </a:extLst>
          </p:cNvPr>
          <p:cNvSpPr>
            <a:spLocks xmlns:a="http://schemas.openxmlformats.org/drawingml/2006/main" noGrp="1"/>
          </p:cNvSpPr>
          <p:nvPr/>
        </p:nvSpPr>
        <p:spPr>
          <a:xfrm xmlns:a="http://schemas.openxmlformats.org/drawingml/2006/main">
            <a:off x="5476875" y="504825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0B1D38"/>
                </a:solidFill>
                <a:latin typeface="Arial"/>
                <a:ea typeface="Arial"/>
                <a:cs typeface="Arial"/>
              </a:defRPr>
            </a:pPr>
            <a:r>
              <a:rPr sz="1875" b="0">
                <a:solidFill>
                  <a:srgbClr val="0B1D38"/>
                </a:solidFill>
                <a:latin typeface="Arial"/>
                <a:ea typeface="Arial"/>
                <a:cs typeface="Arial"/>
              </a:rPr>
              <a:t>3. Tìm vector + lấy đoạn nguồn</a:t>
            </a:r>
          </a:p>
        </p:txBody>
      </p:sp>
      <p:sp>
        <p:nvSpPr>
          <p:cNvPr id="45" name="">
            <a:extLst xmlns:a="http://schemas.openxmlformats.org/drawingml/2006/main">
              <a:ext uri="{FF2B5EF4-FFF2-40B4-BE49-F238E27FC236}">
                <a16:creationId xmlns:a16="http://schemas.microsoft.com/office/drawing/2014/main" id="{37D0B2F5-61CC-48E1-8E39-871082666FB1}"/>
              </a:ext>
            </a:extLst>
          </p:cNvPr>
          <p:cNvSpPr>
            <a:spLocks xmlns:a="http://schemas.openxmlformats.org/drawingml/2006/main" noGrp="1"/>
          </p:cNvSpPr>
          <p:nvPr/>
        </p:nvSpPr>
        <p:spPr>
          <a:xfrm xmlns:a="http://schemas.openxmlformats.org/drawingml/2006/main">
            <a:off x="11249025" y="628650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46" name="">
            <a:extLst xmlns:a="http://schemas.openxmlformats.org/drawingml/2006/main">
              <a:ext uri="{FF2B5EF4-FFF2-40B4-BE49-F238E27FC236}">
                <a16:creationId xmlns:a16="http://schemas.microsoft.com/office/drawing/2014/main" id="{36A36295-CBC9-4E4E-ADAD-0407C3FE1768}"/>
              </a:ext>
            </a:extLst>
          </p:cNvPr>
          <p:cNvSpPr>
            <a:spLocks xmlns:a="http://schemas.openxmlformats.org/drawingml/2006/main" noGrp="1"/>
          </p:cNvSpPr>
          <p:nvPr/>
        </p:nvSpPr>
        <p:spPr>
          <a:xfrm xmlns:a="http://schemas.openxmlformats.org/drawingml/2006/main">
            <a:off x="7010400" y="628650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92" name=""/>
          <p:cNvCxnSpPr>
            <a:stCxn xmlns:a="http://schemas.openxmlformats.org/drawingml/2006/main" id="45" idx="3"/>
            <a:endCxn xmlns:a="http://schemas.openxmlformats.org/drawingml/2006/main" id="46" idx="1"/>
          </p:cNvCxnSpPr>
          <p:nvPr/>
        </p:nvCxnSpPr>
        <p:spPr>
          <a:xfrm xmlns:a="http://schemas.openxmlformats.org/drawingml/2006/main" flipH="1">
            <a:off x="7010400" y="6296025"/>
            <a:ext cx="425767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48" name="4. Đoạn tài liệu liên quan">
            <a:extLst xmlns:a="http://schemas.openxmlformats.org/drawingml/2006/main">
              <a:ext uri="{FF2B5EF4-FFF2-40B4-BE49-F238E27FC236}">
                <a16:creationId xmlns:a16="http://schemas.microsoft.com/office/drawing/2014/main" id="{E4C463C2-1362-46DD-98C2-773CF4C5B084}"/>
              </a:ext>
            </a:extLst>
          </p:cNvPr>
          <p:cNvSpPr>
            <a:spLocks xmlns:a="http://schemas.openxmlformats.org/drawingml/2006/main" noGrp="1"/>
          </p:cNvSpPr>
          <p:nvPr/>
        </p:nvSpPr>
        <p:spPr>
          <a:xfrm xmlns:a="http://schemas.openxmlformats.org/drawingml/2006/main">
            <a:off x="5476875" y="5857875"/>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0B1D38"/>
                </a:solidFill>
                <a:latin typeface="Arial"/>
                <a:ea typeface="Arial"/>
                <a:cs typeface="Arial"/>
              </a:defRPr>
            </a:pPr>
            <a:r>
              <a:rPr sz="1875" b="0">
                <a:solidFill>
                  <a:srgbClr val="0B1D38"/>
                </a:solidFill>
                <a:latin typeface="Arial"/>
                <a:ea typeface="Arial"/>
                <a:cs typeface="Arial"/>
              </a:rPr>
              <a:t>4. Đoạn tài liệu liên quan</a:t>
            </a:r>
          </a:p>
        </p:txBody>
      </p:sp>
      <p:sp>
        <p:nvSpPr>
          <p:cNvPr id="49" name="">
            <a:extLst xmlns:a="http://schemas.openxmlformats.org/drawingml/2006/main">
              <a:ext uri="{FF2B5EF4-FFF2-40B4-BE49-F238E27FC236}">
                <a16:creationId xmlns:a16="http://schemas.microsoft.com/office/drawing/2014/main" id="{C936F6BA-7E4A-4D4A-8B9E-DE30A02158CB}"/>
              </a:ext>
            </a:extLst>
          </p:cNvPr>
          <p:cNvSpPr>
            <a:spLocks xmlns:a="http://schemas.openxmlformats.org/drawingml/2006/main" noGrp="1"/>
          </p:cNvSpPr>
          <p:nvPr/>
        </p:nvSpPr>
        <p:spPr>
          <a:xfrm xmlns:a="http://schemas.openxmlformats.org/drawingml/2006/main">
            <a:off x="7010400" y="7096125"/>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50" name="">
            <a:extLst xmlns:a="http://schemas.openxmlformats.org/drawingml/2006/main">
              <a:ext uri="{FF2B5EF4-FFF2-40B4-BE49-F238E27FC236}">
                <a16:creationId xmlns:a16="http://schemas.microsoft.com/office/drawing/2014/main" id="{69144ACA-E516-48FF-A263-CE74F5E597C4}"/>
              </a:ext>
            </a:extLst>
          </p:cNvPr>
          <p:cNvSpPr>
            <a:spLocks xmlns:a="http://schemas.openxmlformats.org/drawingml/2006/main" noGrp="1"/>
          </p:cNvSpPr>
          <p:nvPr/>
        </p:nvSpPr>
        <p:spPr>
          <a:xfrm xmlns:a="http://schemas.openxmlformats.org/drawingml/2006/main">
            <a:off x="15487650" y="7096125"/>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96" name=""/>
          <p:cNvCxnSpPr>
            <a:stCxn xmlns:a="http://schemas.openxmlformats.org/drawingml/2006/main" id="49" idx="3"/>
            <a:endCxn xmlns:a="http://schemas.openxmlformats.org/drawingml/2006/main" id="50" idx="1"/>
          </p:cNvCxnSpPr>
          <p:nvPr/>
        </p:nvCxnSpPr>
        <p:spPr>
          <a:xfrm xmlns:a="http://schemas.openxmlformats.org/drawingml/2006/main">
            <a:off x="7029450" y="7105650"/>
            <a:ext cx="8458200"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52" name="5. Trả lời con + tổng hợp">
            <a:extLst xmlns:a="http://schemas.openxmlformats.org/drawingml/2006/main">
              <a:ext uri="{FF2B5EF4-FFF2-40B4-BE49-F238E27FC236}">
                <a16:creationId xmlns:a16="http://schemas.microsoft.com/office/drawing/2014/main" id="{76F69F1A-4DB2-4E64-B89C-03DC5011C28A}"/>
              </a:ext>
            </a:extLst>
          </p:cNvPr>
          <p:cNvSpPr>
            <a:spLocks xmlns:a="http://schemas.openxmlformats.org/drawingml/2006/main" noGrp="1"/>
          </p:cNvSpPr>
          <p:nvPr/>
        </p:nvSpPr>
        <p:spPr>
          <a:xfrm xmlns:a="http://schemas.openxmlformats.org/drawingml/2006/main">
            <a:off x="5476875" y="6667500"/>
            <a:ext cx="1133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0B1D38"/>
                </a:solidFill>
                <a:latin typeface="Arial"/>
                <a:ea typeface="Arial"/>
                <a:cs typeface="Arial"/>
              </a:defRPr>
            </a:pPr>
            <a:r>
              <a:rPr sz="1875" b="0">
                <a:solidFill>
                  <a:srgbClr val="0B1D38"/>
                </a:solidFill>
                <a:latin typeface="Arial"/>
                <a:ea typeface="Arial"/>
                <a:cs typeface="Arial"/>
              </a:rPr>
              <a:t>5. Trả lời con + tổng hợp</a:t>
            </a:r>
          </a:p>
        </p:txBody>
      </p:sp>
      <p:sp>
        <p:nvSpPr>
          <p:cNvPr id="53" name="">
            <a:extLst xmlns:a="http://schemas.openxmlformats.org/drawingml/2006/main">
              <a:ext uri="{FF2B5EF4-FFF2-40B4-BE49-F238E27FC236}">
                <a16:creationId xmlns:a16="http://schemas.microsoft.com/office/drawing/2014/main" id="{BC50558D-6867-4E3E-95C5-B2C5DB9952E3}"/>
              </a:ext>
            </a:extLst>
          </p:cNvPr>
          <p:cNvSpPr>
            <a:spLocks xmlns:a="http://schemas.openxmlformats.org/drawingml/2006/main" noGrp="1"/>
          </p:cNvSpPr>
          <p:nvPr/>
        </p:nvSpPr>
        <p:spPr>
          <a:xfrm xmlns:a="http://schemas.openxmlformats.org/drawingml/2006/main">
            <a:off x="7010400" y="800100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54" name="">
            <a:extLst xmlns:a="http://schemas.openxmlformats.org/drawingml/2006/main">
              <a:ext uri="{FF2B5EF4-FFF2-40B4-BE49-F238E27FC236}">
                <a16:creationId xmlns:a16="http://schemas.microsoft.com/office/drawing/2014/main" id="{C891F25E-D8D9-4930-94C5-600A9BC4BF4D}"/>
              </a:ext>
            </a:extLst>
          </p:cNvPr>
          <p:cNvSpPr>
            <a:spLocks xmlns:a="http://schemas.openxmlformats.org/drawingml/2006/main" noGrp="1"/>
          </p:cNvSpPr>
          <p:nvPr/>
        </p:nvSpPr>
        <p:spPr>
          <a:xfrm xmlns:a="http://schemas.openxmlformats.org/drawingml/2006/main">
            <a:off x="2771775" y="8001000"/>
            <a:ext cx="19050" cy="190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cxnSp>
        <p:nvCxnSpPr>
          <p:cNvPr id="100" name=""/>
          <p:cNvCxnSpPr>
            <a:stCxn xmlns:a="http://schemas.openxmlformats.org/drawingml/2006/main" id="53" idx="3"/>
            <a:endCxn xmlns:a="http://schemas.openxmlformats.org/drawingml/2006/main" id="54" idx="1"/>
          </p:cNvCxnSpPr>
          <p:nvPr/>
        </p:nvCxnSpPr>
        <p:spPr>
          <a:xfrm xmlns:a="http://schemas.openxmlformats.org/drawingml/2006/main" flipH="1">
            <a:off x="2771775" y="8010525"/>
            <a:ext cx="4257675"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56" name="6. Truyền kết quả qua SSE">
            <a:extLst xmlns:a="http://schemas.openxmlformats.org/drawingml/2006/main">
              <a:ext uri="{FF2B5EF4-FFF2-40B4-BE49-F238E27FC236}">
                <a16:creationId xmlns:a16="http://schemas.microsoft.com/office/drawing/2014/main" id="{B838A60E-BB2F-4A77-9630-A909431F775B}"/>
              </a:ext>
            </a:extLst>
          </p:cNvPr>
          <p:cNvSpPr>
            <a:spLocks xmlns:a="http://schemas.openxmlformats.org/drawingml/2006/main" noGrp="1"/>
          </p:cNvSpPr>
          <p:nvPr/>
        </p:nvSpPr>
        <p:spPr>
          <a:xfrm xmlns:a="http://schemas.openxmlformats.org/drawingml/2006/main">
            <a:off x="1238250" y="7572375"/>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0B1D38"/>
                </a:solidFill>
                <a:latin typeface="Arial"/>
                <a:ea typeface="Arial"/>
                <a:cs typeface="Arial"/>
              </a:defRPr>
            </a:pPr>
            <a:r>
              <a:rPr sz="1875" b="0">
                <a:solidFill>
                  <a:srgbClr val="0B1D38"/>
                </a:solidFill>
                <a:latin typeface="Arial"/>
                <a:ea typeface="Arial"/>
                <a:cs typeface="Arial"/>
              </a:rPr>
              <a:t>6. Truyền kết quả qua SSE</a:t>
            </a:r>
          </a:p>
        </p:txBody>
      </p:sp>
      <p:sp>
        <p:nvSpPr>
          <p:cNvPr id="57" name="Có thể lặp bước truy xuất và trả lời cho nhiều câu hỏi con. Các A">
            <a:extLst xmlns:a="http://schemas.openxmlformats.org/drawingml/2006/main">
              <a:ext uri="{FF2B5EF4-FFF2-40B4-BE49-F238E27FC236}">
                <a16:creationId xmlns:a16="http://schemas.microsoft.com/office/drawing/2014/main" id="{7E85721F-E41B-46F9-9C3D-42E06EC5B33D}"/>
              </a:ext>
            </a:extLst>
          </p:cNvPr>
          <p:cNvSpPr>
            <a:spLocks xmlns:a="http://schemas.openxmlformats.org/drawingml/2006/main" noGrp="1"/>
          </p:cNvSpPr>
          <p:nvPr/>
        </p:nvSpPr>
        <p:spPr>
          <a:xfrm xmlns:a="http://schemas.openxmlformats.org/drawingml/2006/main">
            <a:off x="1095375" y="869632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8657D"/>
                </a:solidFill>
                <a:latin typeface="Arial"/>
                <a:ea typeface="Arial"/>
                <a:cs typeface="Arial"/>
              </a:defRPr>
            </a:pPr>
            <a:r>
              <a:rPr sz="2025" b="0">
                <a:solidFill>
                  <a:srgbClr val="58657D"/>
                </a:solidFill>
                <a:latin typeface="Arial"/>
                <a:ea typeface="Arial"/>
                <a:cs typeface="Arial"/>
              </a:rPr>
              <a:t>Có thể lặp bước truy xuất và trả lời cho nhiều câu hỏi con. Các API, truy vấn và lời gọi AI đều bất đồng bộ.</a:t>
            </a:r>
          </a:p>
        </p:txBody>
      </p:sp>
    </p:spTree>
    <p:extLst>
      <p:ext uri="{BB962C8B-B14F-4D97-AF65-F5344CB8AC3E}">
        <p14:creationId xmlns:p14="http://schemas.microsoft.com/office/powerpoint/2010/main" val="1856122589"/>
      </p:ext>
    </p:extLst>
  </p:cSld>
</p:sld>
</file>

<file path=ppt/slides/slide13.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OOAD: phân công trách nhiệm">
            <a:extLst xmlns:a="http://schemas.openxmlformats.org/drawingml/2006/main">
              <a:ext uri="{FF2B5EF4-FFF2-40B4-BE49-F238E27FC236}">
                <a16:creationId xmlns:a16="http://schemas.microsoft.com/office/drawing/2014/main" id="{7E6B9B87-DE75-4943-A0B7-F31BAE85A037}"/>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OOAD: phân công trách nhiệm</a:t>
            </a:r>
          </a:p>
        </p:txBody>
      </p:sp>
      <p:sp>
        <p:nvSpPr>
          <p:cNvPr id="22" name="HƯỚNG ĐỐI TƯỢNG">
            <a:extLst xmlns:a="http://schemas.openxmlformats.org/drawingml/2006/main">
              <a:ext uri="{FF2B5EF4-FFF2-40B4-BE49-F238E27FC236}">
                <a16:creationId xmlns:a16="http://schemas.microsoft.com/office/drawing/2014/main" id="{DA26D91D-6CA8-4466-9C33-1C2E94899371}"/>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HƯỚNG ĐỐI TƯỢNG</a:t>
            </a:r>
          </a:p>
        </p:txBody>
      </p:sp>
      <p:sp>
        <p:nvSpPr>
          <p:cNvPr id="23" name="NotebookE / Phân tích &amp; thiết kế">
            <a:extLst xmlns:a="http://schemas.openxmlformats.org/drawingml/2006/main">
              <a:ext uri="{FF2B5EF4-FFF2-40B4-BE49-F238E27FC236}">
                <a16:creationId xmlns:a16="http://schemas.microsoft.com/office/drawing/2014/main" id="{56743EA8-AFB9-4156-8C4B-7F6D25DB5DD1}"/>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13 / 20">
            <a:extLst xmlns:a="http://schemas.openxmlformats.org/drawingml/2006/main">
              <a:ext uri="{FF2B5EF4-FFF2-40B4-BE49-F238E27FC236}">
                <a16:creationId xmlns:a16="http://schemas.microsoft.com/office/drawing/2014/main" id="{7839A2B9-6F65-48AC-9BBC-A08C0CB47745}"/>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13 / 20</a:t>
            </a:r>
          </a:p>
        </p:txBody>
      </p:sp>
      <p:sp>
        <p:nvSpPr>
          <p:cNvPr id="25" name="">
            <a:extLst xmlns:a="http://schemas.openxmlformats.org/drawingml/2006/main">
              <a:ext uri="{FF2B5EF4-FFF2-40B4-BE49-F238E27FC236}">
                <a16:creationId xmlns:a16="http://schemas.microsoft.com/office/drawing/2014/main" id="{907B8A36-DA8E-46D3-BBF8-BB64BA42C6F2}"/>
              </a:ext>
            </a:extLst>
          </p:cNvPr>
          <p:cNvSpPr>
            <a:spLocks xmlns:a="http://schemas.openxmlformats.org/drawingml/2006/main" noGrp="1"/>
          </p:cNvSpPr>
          <p:nvPr/>
        </p:nvSpPr>
        <p:spPr>
          <a:xfrm xmlns:a="http://schemas.openxmlformats.org/drawingml/2006/main">
            <a:off x="1047750" y="2667000"/>
            <a:ext cx="4857750" cy="4762500"/>
          </a:xfrm>
          <a:prstGeom xmlns:a="http://schemas.openxmlformats.org/drawingml/2006/main" prst="roundRect">
            <a:avLst>
              <a:gd name="adj" fmla="val 1600"/>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26" name="BOUNDARY">
            <a:extLst xmlns:a="http://schemas.openxmlformats.org/drawingml/2006/main">
              <a:ext uri="{FF2B5EF4-FFF2-40B4-BE49-F238E27FC236}">
                <a16:creationId xmlns:a16="http://schemas.microsoft.com/office/drawing/2014/main" id="{56B5B9E1-BB08-41A3-88FF-93498255EC9B}"/>
              </a:ext>
            </a:extLst>
          </p:cNvPr>
          <p:cNvSpPr>
            <a:spLocks xmlns:a="http://schemas.openxmlformats.org/drawingml/2006/main" noGrp="1"/>
          </p:cNvSpPr>
          <p:nvPr/>
        </p:nvSpPr>
        <p:spPr>
          <a:xfrm xmlns:a="http://schemas.openxmlformats.org/drawingml/2006/main">
            <a:off x="1333500" y="290512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75" b="1">
                <a:solidFill>
                  <a:srgbClr val="A2ADD9"/>
                </a:solidFill>
                <a:latin typeface="Arial"/>
                <a:ea typeface="Arial"/>
                <a:cs typeface="Arial"/>
              </a:defRPr>
            </a:pPr>
            <a:r>
              <a:rPr sz="4275" b="1">
                <a:solidFill>
                  <a:srgbClr val="A2ADD9"/>
                </a:solidFill>
                <a:latin typeface="Arial"/>
                <a:ea typeface="Arial"/>
                <a:cs typeface="Arial"/>
              </a:rPr>
              <a:t>BOUNDARY</a:t>
            </a:r>
          </a:p>
        </p:txBody>
      </p:sp>
      <p:sp>
        <p:nvSpPr>
          <p:cNvPr id="27" name="Điểm tương tác">
            <a:extLst xmlns:a="http://schemas.openxmlformats.org/drawingml/2006/main">
              <a:ext uri="{FF2B5EF4-FFF2-40B4-BE49-F238E27FC236}">
                <a16:creationId xmlns:a16="http://schemas.microsoft.com/office/drawing/2014/main" id="{FD24E8AB-8ED4-4ABB-99B0-E58A12583F11}"/>
              </a:ext>
            </a:extLst>
          </p:cNvPr>
          <p:cNvSpPr>
            <a:spLocks xmlns:a="http://schemas.openxmlformats.org/drawingml/2006/main" noGrp="1"/>
          </p:cNvSpPr>
          <p:nvPr/>
        </p:nvSpPr>
        <p:spPr>
          <a:xfrm xmlns:a="http://schemas.openxmlformats.org/drawingml/2006/main">
            <a:off x="1333500" y="37623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B1D38"/>
                </a:solidFill>
                <a:latin typeface="Arial"/>
                <a:ea typeface="Arial"/>
                <a:cs typeface="Arial"/>
              </a:defRPr>
            </a:pPr>
            <a:r>
              <a:rPr sz="2700" b="1">
                <a:solidFill>
                  <a:srgbClr val="0B1D38"/>
                </a:solidFill>
                <a:latin typeface="Arial"/>
                <a:ea typeface="Arial"/>
                <a:cs typeface="Arial"/>
              </a:rPr>
              <a:t>Điểm tương tác</a:t>
            </a:r>
          </a:p>
        </p:txBody>
      </p:sp>
      <p:sp>
        <p:nvSpPr>
          <p:cNvPr id="28" name="Màn hình notebook / nguồn&#10;Form nhập câu hỏi&#10;API request / respons">
            <a:extLst xmlns:a="http://schemas.openxmlformats.org/drawingml/2006/main">
              <a:ext uri="{FF2B5EF4-FFF2-40B4-BE49-F238E27FC236}">
                <a16:creationId xmlns:a16="http://schemas.microsoft.com/office/drawing/2014/main" id="{DB8B9C8D-F4D2-4639-B161-495ADE822941}"/>
              </a:ext>
            </a:extLst>
          </p:cNvPr>
          <p:cNvSpPr>
            <a:spLocks xmlns:a="http://schemas.openxmlformats.org/drawingml/2006/main" noGrp="1"/>
          </p:cNvSpPr>
          <p:nvPr/>
        </p:nvSpPr>
        <p:spPr>
          <a:xfrm xmlns:a="http://schemas.openxmlformats.org/drawingml/2006/main">
            <a:off x="1333500" y="4953000"/>
            <a:ext cx="4286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Màn hình notebook / nguồn</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Form nhập câu hỏi</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API request / response</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Hiển thị kết quả và lỗi</a:t>
            </a:r>
          </a:p>
        </p:txBody>
      </p:sp>
      <p:sp>
        <p:nvSpPr>
          <p:cNvPr id="29" name="">
            <a:extLst xmlns:a="http://schemas.openxmlformats.org/drawingml/2006/main">
              <a:ext uri="{FF2B5EF4-FFF2-40B4-BE49-F238E27FC236}">
                <a16:creationId xmlns:a16="http://schemas.microsoft.com/office/drawing/2014/main" id="{4FDBF23F-45AE-41CD-ACA5-DF41A88EB02C}"/>
              </a:ext>
            </a:extLst>
          </p:cNvPr>
          <p:cNvSpPr>
            <a:spLocks xmlns:a="http://schemas.openxmlformats.org/drawingml/2006/main" noGrp="1"/>
          </p:cNvSpPr>
          <p:nvPr/>
        </p:nvSpPr>
        <p:spPr>
          <a:xfrm xmlns:a="http://schemas.openxmlformats.org/drawingml/2006/main">
            <a:off x="6715125" y="2667000"/>
            <a:ext cx="4857750" cy="4762500"/>
          </a:xfrm>
          <a:prstGeom xmlns:a="http://schemas.openxmlformats.org/drawingml/2006/main" prst="roundRect">
            <a:avLst>
              <a:gd name="adj" fmla="val 1600"/>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0" name="CONTROL">
            <a:extLst xmlns:a="http://schemas.openxmlformats.org/drawingml/2006/main">
              <a:ext uri="{FF2B5EF4-FFF2-40B4-BE49-F238E27FC236}">
                <a16:creationId xmlns:a16="http://schemas.microsoft.com/office/drawing/2014/main" id="{2023E51E-D875-40C4-9547-A4AA8B18C356}"/>
              </a:ext>
            </a:extLst>
          </p:cNvPr>
          <p:cNvSpPr>
            <a:spLocks xmlns:a="http://schemas.openxmlformats.org/drawingml/2006/main" noGrp="1"/>
          </p:cNvSpPr>
          <p:nvPr/>
        </p:nvSpPr>
        <p:spPr>
          <a:xfrm xmlns:a="http://schemas.openxmlformats.org/drawingml/2006/main">
            <a:off x="7000875" y="290512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75" b="1">
                <a:solidFill>
                  <a:srgbClr val="A2ADD9"/>
                </a:solidFill>
                <a:latin typeface="Arial"/>
                <a:ea typeface="Arial"/>
                <a:cs typeface="Arial"/>
              </a:defRPr>
            </a:pPr>
            <a:r>
              <a:rPr sz="4275" b="1">
                <a:solidFill>
                  <a:srgbClr val="A2ADD9"/>
                </a:solidFill>
                <a:latin typeface="Arial"/>
                <a:ea typeface="Arial"/>
                <a:cs typeface="Arial"/>
              </a:rPr>
              <a:t>CONTROL</a:t>
            </a:r>
          </a:p>
        </p:txBody>
      </p:sp>
      <p:sp>
        <p:nvSpPr>
          <p:cNvPr id="31" name="Điều phối use case">
            <a:extLst xmlns:a="http://schemas.openxmlformats.org/drawingml/2006/main">
              <a:ext uri="{FF2B5EF4-FFF2-40B4-BE49-F238E27FC236}">
                <a16:creationId xmlns:a16="http://schemas.microsoft.com/office/drawing/2014/main" id="{FADBB228-05E6-46FB-8DCC-250416244220}"/>
              </a:ext>
            </a:extLst>
          </p:cNvPr>
          <p:cNvSpPr>
            <a:spLocks xmlns:a="http://schemas.openxmlformats.org/drawingml/2006/main" noGrp="1"/>
          </p:cNvSpPr>
          <p:nvPr/>
        </p:nvSpPr>
        <p:spPr>
          <a:xfrm xmlns:a="http://schemas.openxmlformats.org/drawingml/2006/main">
            <a:off x="7000875" y="37623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B1D38"/>
                </a:solidFill>
                <a:latin typeface="Arial"/>
                <a:ea typeface="Arial"/>
                <a:cs typeface="Arial"/>
              </a:defRPr>
            </a:pPr>
            <a:r>
              <a:rPr sz="2700" b="1">
                <a:solidFill>
                  <a:srgbClr val="0B1D38"/>
                </a:solidFill>
                <a:latin typeface="Arial"/>
                <a:ea typeface="Arial"/>
                <a:cs typeface="Arial"/>
              </a:rPr>
              <a:t>Điều phối use case</a:t>
            </a:r>
          </a:p>
        </p:txBody>
      </p:sp>
      <p:sp>
        <p:nvSpPr>
          <p:cNvPr id="32" name="Router và service&#10;Ask graph / source workflow&#10;Command và worker&#10;P">
            <a:extLst xmlns:a="http://schemas.openxmlformats.org/drawingml/2006/main">
              <a:ext uri="{FF2B5EF4-FFF2-40B4-BE49-F238E27FC236}">
                <a16:creationId xmlns:a16="http://schemas.microsoft.com/office/drawing/2014/main" id="{AC1E0E90-C6DF-402E-9BB1-6CC3661E2FB8}"/>
              </a:ext>
            </a:extLst>
          </p:cNvPr>
          <p:cNvSpPr>
            <a:spLocks xmlns:a="http://schemas.openxmlformats.org/drawingml/2006/main" noGrp="1"/>
          </p:cNvSpPr>
          <p:nvPr/>
        </p:nvSpPr>
        <p:spPr>
          <a:xfrm xmlns:a="http://schemas.openxmlformats.org/drawingml/2006/main">
            <a:off x="7000875" y="4953000"/>
            <a:ext cx="4286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Router và service</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Ask graph / source workflow</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Command và worker</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Provider adapter</a:t>
            </a:r>
          </a:p>
        </p:txBody>
      </p:sp>
      <p:sp>
        <p:nvSpPr>
          <p:cNvPr id="33" name="">
            <a:extLst xmlns:a="http://schemas.openxmlformats.org/drawingml/2006/main">
              <a:ext uri="{FF2B5EF4-FFF2-40B4-BE49-F238E27FC236}">
                <a16:creationId xmlns:a16="http://schemas.microsoft.com/office/drawing/2014/main" id="{EA34751A-F26B-4813-806A-97F36A46AA20}"/>
              </a:ext>
            </a:extLst>
          </p:cNvPr>
          <p:cNvSpPr>
            <a:spLocks xmlns:a="http://schemas.openxmlformats.org/drawingml/2006/main" noGrp="1"/>
          </p:cNvSpPr>
          <p:nvPr/>
        </p:nvSpPr>
        <p:spPr>
          <a:xfrm xmlns:a="http://schemas.openxmlformats.org/drawingml/2006/main">
            <a:off x="12382500" y="2667000"/>
            <a:ext cx="4857750" cy="4762500"/>
          </a:xfrm>
          <a:prstGeom xmlns:a="http://schemas.openxmlformats.org/drawingml/2006/main" prst="roundRect">
            <a:avLst>
              <a:gd name="adj" fmla="val 1600"/>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4" name="ENTITY">
            <a:extLst xmlns:a="http://schemas.openxmlformats.org/drawingml/2006/main">
              <a:ext uri="{FF2B5EF4-FFF2-40B4-BE49-F238E27FC236}">
                <a16:creationId xmlns:a16="http://schemas.microsoft.com/office/drawing/2014/main" id="{F42A3F9B-BA69-49A9-97A5-002D1BA46E7B}"/>
              </a:ext>
            </a:extLst>
          </p:cNvPr>
          <p:cNvSpPr>
            <a:spLocks xmlns:a="http://schemas.openxmlformats.org/drawingml/2006/main" noGrp="1"/>
          </p:cNvSpPr>
          <p:nvPr/>
        </p:nvSpPr>
        <p:spPr>
          <a:xfrm xmlns:a="http://schemas.openxmlformats.org/drawingml/2006/main">
            <a:off x="12668250" y="290512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75" b="1">
                <a:solidFill>
                  <a:srgbClr val="A2ADD9"/>
                </a:solidFill>
                <a:latin typeface="Arial"/>
                <a:ea typeface="Arial"/>
                <a:cs typeface="Arial"/>
              </a:defRPr>
            </a:pPr>
            <a:r>
              <a:rPr sz="4275" b="1">
                <a:solidFill>
                  <a:srgbClr val="A2ADD9"/>
                </a:solidFill>
                <a:latin typeface="Arial"/>
                <a:ea typeface="Arial"/>
                <a:cs typeface="Arial"/>
              </a:rPr>
              <a:t>ENTITY</a:t>
            </a:r>
          </a:p>
        </p:txBody>
      </p:sp>
      <p:sp>
        <p:nvSpPr>
          <p:cNvPr id="35" name="Thông tin nghiệp vụ">
            <a:extLst xmlns:a="http://schemas.openxmlformats.org/drawingml/2006/main">
              <a:ext uri="{FF2B5EF4-FFF2-40B4-BE49-F238E27FC236}">
                <a16:creationId xmlns:a16="http://schemas.microsoft.com/office/drawing/2014/main" id="{5EF5D08E-1C04-4333-A67F-75F2F5F95952}"/>
              </a:ext>
            </a:extLst>
          </p:cNvPr>
          <p:cNvSpPr>
            <a:spLocks xmlns:a="http://schemas.openxmlformats.org/drawingml/2006/main" noGrp="1"/>
          </p:cNvSpPr>
          <p:nvPr/>
        </p:nvSpPr>
        <p:spPr>
          <a:xfrm xmlns:a="http://schemas.openxmlformats.org/drawingml/2006/main">
            <a:off x="12668250" y="37623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B1D38"/>
                </a:solidFill>
                <a:latin typeface="Arial"/>
                <a:ea typeface="Arial"/>
                <a:cs typeface="Arial"/>
              </a:defRPr>
            </a:pPr>
            <a:r>
              <a:rPr sz="2700" b="1">
                <a:solidFill>
                  <a:srgbClr val="0B1D38"/>
                </a:solidFill>
                <a:latin typeface="Arial"/>
                <a:ea typeface="Arial"/>
                <a:cs typeface="Arial"/>
              </a:rPr>
              <a:t>Thông tin nghiệp vụ</a:t>
            </a:r>
          </a:p>
        </p:txBody>
      </p:sp>
      <p:sp>
        <p:nvSpPr>
          <p:cNvPr id="36" name="Notebook, Source, Note&#10;ChatSession, SourceInsight&#10;SourceEmbedding">
            <a:extLst xmlns:a="http://schemas.openxmlformats.org/drawingml/2006/main">
              <a:ext uri="{FF2B5EF4-FFF2-40B4-BE49-F238E27FC236}">
                <a16:creationId xmlns:a16="http://schemas.microsoft.com/office/drawing/2014/main" id="{B7AD2312-2301-45B2-A414-9FDE1664DCFC}"/>
              </a:ext>
            </a:extLst>
          </p:cNvPr>
          <p:cNvSpPr>
            <a:spLocks xmlns:a="http://schemas.openxmlformats.org/drawingml/2006/main" noGrp="1"/>
          </p:cNvSpPr>
          <p:nvPr/>
        </p:nvSpPr>
        <p:spPr>
          <a:xfrm xmlns:a="http://schemas.openxmlformats.org/drawingml/2006/main">
            <a:off x="12668250" y="4953000"/>
            <a:ext cx="4286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Notebook, Source, Note</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ChatSession, SourceInsight</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SourceEmbedding</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Episode, Model, Credential</a:t>
            </a:r>
          </a:p>
        </p:txBody>
      </p:sp>
      <p:sp>
        <p:nvSpPr>
          <p:cNvPr id="37" name="Boundary–Control–Entity là góc nhìn phân tích; không khẳng định m">
            <a:extLst xmlns:a="http://schemas.openxmlformats.org/drawingml/2006/main">
              <a:ext uri="{FF2B5EF4-FFF2-40B4-BE49-F238E27FC236}">
                <a16:creationId xmlns:a16="http://schemas.microsoft.com/office/drawing/2014/main" id="{C2821730-44C6-4DFB-9DFD-265DCFD4DB19}"/>
              </a:ext>
            </a:extLst>
          </p:cNvPr>
          <p:cNvSpPr>
            <a:spLocks xmlns:a="http://schemas.openxmlformats.org/drawingml/2006/main" noGrp="1"/>
          </p:cNvSpPr>
          <p:nvPr/>
        </p:nvSpPr>
        <p:spPr>
          <a:xfrm xmlns:a="http://schemas.openxmlformats.org/drawingml/2006/main">
            <a:off x="1095375" y="869632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8657D"/>
                </a:solidFill>
                <a:latin typeface="Arial"/>
                <a:ea typeface="Arial"/>
                <a:cs typeface="Arial"/>
              </a:defRPr>
            </a:pPr>
            <a:r>
              <a:rPr sz="2025" b="0">
                <a:solidFill>
                  <a:srgbClr val="58657D"/>
                </a:solidFill>
                <a:latin typeface="Arial"/>
                <a:ea typeface="Arial"/>
                <a:cs typeface="Arial"/>
              </a:rPr>
              <a:t>Boundary–Control–Entity là góc nhìn phân tích; không khẳng định mã nguồn triển khai nguyên mẫu BCE một cách cứng nhắc.</a:t>
            </a:r>
          </a:p>
        </p:txBody>
      </p:sp>
    </p:spTree>
    <p:extLst>
      <p:ext uri="{BB962C8B-B14F-4D97-AF65-F5344CB8AC3E}">
        <p14:creationId xmlns:p14="http://schemas.microsoft.com/office/powerpoint/2010/main" val="1856122589"/>
      </p:ext>
    </p:extLst>
  </p:cSld>
</p:sld>
</file>

<file path=ppt/slides/slide14.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Mô hình lớp phân tích rút gọn">
            <a:extLst xmlns:a="http://schemas.openxmlformats.org/drawingml/2006/main">
              <a:ext uri="{FF2B5EF4-FFF2-40B4-BE49-F238E27FC236}">
                <a16:creationId xmlns:a16="http://schemas.microsoft.com/office/drawing/2014/main" id="{D81F4854-5CCA-4BCE-A996-D0E42D306422}"/>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Mô hình lớp phân tích rút gọn</a:t>
            </a:r>
          </a:p>
        </p:txBody>
      </p:sp>
      <p:sp>
        <p:nvSpPr>
          <p:cNvPr id="22" name="HƯỚNG ĐỐI TƯỢNG">
            <a:extLst xmlns:a="http://schemas.openxmlformats.org/drawingml/2006/main">
              <a:ext uri="{FF2B5EF4-FFF2-40B4-BE49-F238E27FC236}">
                <a16:creationId xmlns:a16="http://schemas.microsoft.com/office/drawing/2014/main" id="{FE327E32-6E52-4DFE-BC5F-0E082475D41D}"/>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HƯỚNG ĐỐI TƯỢNG</a:t>
            </a:r>
          </a:p>
        </p:txBody>
      </p:sp>
      <p:sp>
        <p:nvSpPr>
          <p:cNvPr id="23" name="NotebookE / Phân tích &amp; thiết kế">
            <a:extLst xmlns:a="http://schemas.openxmlformats.org/drawingml/2006/main">
              <a:ext uri="{FF2B5EF4-FFF2-40B4-BE49-F238E27FC236}">
                <a16:creationId xmlns:a16="http://schemas.microsoft.com/office/drawing/2014/main" id="{FC3C3400-289B-43BF-AACB-B2CA0D4E33D7}"/>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14 / 20">
            <a:extLst xmlns:a="http://schemas.openxmlformats.org/drawingml/2006/main">
              <a:ext uri="{FF2B5EF4-FFF2-40B4-BE49-F238E27FC236}">
                <a16:creationId xmlns:a16="http://schemas.microsoft.com/office/drawing/2014/main" id="{D944FA62-1A0F-4DDF-8865-A855D842077D}"/>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14 / 20</a:t>
            </a:r>
          </a:p>
        </p:txBody>
      </p:sp>
      <p:sp>
        <p:nvSpPr>
          <p:cNvPr id="25" name="Notebook&#10;name, description&#10;Tổ chức chủ đề">
            <a:extLst xmlns:a="http://schemas.openxmlformats.org/drawingml/2006/main">
              <a:ext uri="{FF2B5EF4-FFF2-40B4-BE49-F238E27FC236}">
                <a16:creationId xmlns:a16="http://schemas.microsoft.com/office/drawing/2014/main" id="{B0AE5A3A-1857-47DC-9DC2-D2D7C5658F8B}"/>
              </a:ext>
            </a:extLst>
          </p:cNvPr>
          <p:cNvSpPr>
            <a:spLocks xmlns:a="http://schemas.openxmlformats.org/drawingml/2006/main" noGrp="1"/>
          </p:cNvSpPr>
          <p:nvPr/>
        </p:nvSpPr>
        <p:spPr>
          <a:xfrm xmlns:a="http://schemas.openxmlformats.org/drawingml/2006/main">
            <a:off x="7143750" y="2381250"/>
            <a:ext cx="4000500" cy="1524000"/>
          </a:xfrm>
          <a:prstGeom xmlns:a="http://schemas.openxmlformats.org/drawingml/2006/main" prst="rect">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
            </a:r>
          </a:p>
        </p:txBody>
      </p:sp>
      <p:sp>
        <p:nvSpPr>
          <p:cNvPr id="26" name="Source&#10;asset, full_text, command&#10;Quản lý tài liệu">
            <a:extLst xmlns:a="http://schemas.openxmlformats.org/drawingml/2006/main">
              <a:ext uri="{FF2B5EF4-FFF2-40B4-BE49-F238E27FC236}">
                <a16:creationId xmlns:a16="http://schemas.microsoft.com/office/drawing/2014/main" id="{F295B2A6-6308-4D09-B836-79D133CAA75E}"/>
              </a:ext>
            </a:extLst>
          </p:cNvPr>
          <p:cNvSpPr>
            <a:spLocks xmlns:a="http://schemas.openxmlformats.org/drawingml/2006/main" noGrp="1"/>
          </p:cNvSpPr>
          <p:nvPr/>
        </p:nvSpPr>
        <p:spPr>
          <a:xfrm xmlns:a="http://schemas.openxmlformats.org/drawingml/2006/main">
            <a:off x="1047750" y="4953000"/>
            <a:ext cx="4572000" cy="1666875"/>
          </a:xfrm>
          <a:prstGeom xmlns:a="http://schemas.openxmlformats.org/drawingml/2006/main" prst="rect">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
            </a:r>
          </a:p>
        </p:txBody>
      </p:sp>
      <p:sp>
        <p:nvSpPr>
          <p:cNvPr id="27" name="Note&#10;title, content&#10;Lưu tri thức">
            <a:extLst xmlns:a="http://schemas.openxmlformats.org/drawingml/2006/main">
              <a:ext uri="{FF2B5EF4-FFF2-40B4-BE49-F238E27FC236}">
                <a16:creationId xmlns:a16="http://schemas.microsoft.com/office/drawing/2014/main" id="{C8D2FF6C-CFA6-4707-997D-CBC727631723}"/>
              </a:ext>
            </a:extLst>
          </p:cNvPr>
          <p:cNvSpPr>
            <a:spLocks xmlns:a="http://schemas.openxmlformats.org/drawingml/2006/main" noGrp="1"/>
          </p:cNvSpPr>
          <p:nvPr/>
        </p:nvSpPr>
        <p:spPr>
          <a:xfrm xmlns:a="http://schemas.openxmlformats.org/drawingml/2006/main">
            <a:off x="7143750" y="4953000"/>
            <a:ext cx="4000500" cy="1666875"/>
          </a:xfrm>
          <a:prstGeom xmlns:a="http://schemas.openxmlformats.org/drawingml/2006/main" prst="rect">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
            </a:r>
          </a:p>
        </p:txBody>
      </p:sp>
      <p:sp>
        <p:nvSpPr>
          <p:cNvPr id="28" name="ChatSession&#10;title, model_override&#10;Duy trì phiên">
            <a:extLst xmlns:a="http://schemas.openxmlformats.org/drawingml/2006/main">
              <a:ext uri="{FF2B5EF4-FFF2-40B4-BE49-F238E27FC236}">
                <a16:creationId xmlns:a16="http://schemas.microsoft.com/office/drawing/2014/main" id="{4BB6EB5A-CC56-45C8-AD8B-79E8DFF8912C}"/>
              </a:ext>
            </a:extLst>
          </p:cNvPr>
          <p:cNvSpPr>
            <a:spLocks xmlns:a="http://schemas.openxmlformats.org/drawingml/2006/main" noGrp="1"/>
          </p:cNvSpPr>
          <p:nvPr/>
        </p:nvSpPr>
        <p:spPr>
          <a:xfrm xmlns:a="http://schemas.openxmlformats.org/drawingml/2006/main">
            <a:off x="13049250" y="4953000"/>
            <a:ext cx="4191000" cy="1666875"/>
          </a:xfrm>
          <a:prstGeom xmlns:a="http://schemas.openxmlformats.org/drawingml/2006/main" prst="rect">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
            </a:r>
          </a:p>
        </p:txBody>
      </p:sp>
      <p:cxnSp>
        <p:nvCxnSpPr>
          <p:cNvPr id="76" name=""/>
          <p:cNvCxnSpPr>
            <a:stCxn xmlns:a="http://schemas.openxmlformats.org/drawingml/2006/main" id="26" idx="0"/>
            <a:endCxn xmlns:a="http://schemas.openxmlformats.org/drawingml/2006/main" id="25" idx="1"/>
          </p:cNvCxnSpPr>
          <p:nvPr/>
        </p:nvCxnSpPr>
        <p:spPr>
          <a:xfrm xmlns:a="http://schemas.openxmlformats.org/drawingml/2006/main" flipV="1">
            <a:off x="3333750" y="3143250"/>
            <a:ext cx="3810000" cy="1809750"/>
          </a:xfrm>
          <a:prstGeom xmlns:a="http://schemas.openxmlformats.org/drawingml/2006/main" prst="straightConnector1">
            <a:avLst/>
          </a:prstGeom>
          <a:ln xmlns:a="http://schemas.openxmlformats.org/drawingml/2006/main" w="19050">
            <a:solidFill>
              <a:srgbClr val="0B1D38"/>
            </a:solidFill>
            <a:tailEnd type="none" w="med" len="med"/>
          </a:ln>
        </p:spPr>
      </p:cxnSp>
      <p:sp>
        <p:nvSpPr>
          <p:cNvPr id="30" name="0..*  reference  0..*">
            <a:extLst xmlns:a="http://schemas.openxmlformats.org/drawingml/2006/main">
              <a:ext uri="{FF2B5EF4-FFF2-40B4-BE49-F238E27FC236}">
                <a16:creationId xmlns:a16="http://schemas.microsoft.com/office/drawing/2014/main" id="{96265FE2-961D-4646-A3E1-6E1B2FA57A25}"/>
              </a:ext>
            </a:extLst>
          </p:cNvPr>
          <p:cNvSpPr>
            <a:spLocks xmlns:a="http://schemas.openxmlformats.org/drawingml/2006/main" noGrp="1"/>
          </p:cNvSpPr>
          <p:nvPr/>
        </p:nvSpPr>
        <p:spPr>
          <a:xfrm xmlns:a="http://schemas.openxmlformats.org/drawingml/2006/main">
            <a:off x="2857500" y="400050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0..*  reference  0..*</a:t>
            </a:r>
          </a:p>
        </p:txBody>
      </p:sp>
      <p:cxnSp>
        <p:nvCxnSpPr>
          <p:cNvPr id="78" name=""/>
          <p:cNvCxnSpPr>
            <a:stCxn xmlns:a="http://schemas.openxmlformats.org/drawingml/2006/main" id="27" idx="0"/>
            <a:endCxn xmlns:a="http://schemas.openxmlformats.org/drawingml/2006/main" id="25" idx="2"/>
          </p:cNvCxnSpPr>
          <p:nvPr/>
        </p:nvCxnSpPr>
        <p:spPr>
          <a:xfrm xmlns:a="http://schemas.openxmlformats.org/drawingml/2006/main" flipV="1">
            <a:off x="9144000" y="3905250"/>
            <a:ext cx="0" cy="1047750"/>
          </a:xfrm>
          <a:prstGeom xmlns:a="http://schemas.openxmlformats.org/drawingml/2006/main" prst="straightConnector1">
            <a:avLst/>
          </a:prstGeom>
          <a:ln xmlns:a="http://schemas.openxmlformats.org/drawingml/2006/main" w="19050">
            <a:solidFill>
              <a:srgbClr val="0B1D38"/>
            </a:solidFill>
            <a:tailEnd type="none" w="med" len="med"/>
          </a:ln>
        </p:spPr>
      </p:cxnSp>
      <p:sp>
        <p:nvSpPr>
          <p:cNvPr id="32" name="0..*  artifact  0..*">
            <a:extLst xmlns:a="http://schemas.openxmlformats.org/drawingml/2006/main">
              <a:ext uri="{FF2B5EF4-FFF2-40B4-BE49-F238E27FC236}">
                <a16:creationId xmlns:a16="http://schemas.microsoft.com/office/drawing/2014/main" id="{7F840FDE-89AF-4282-BDF1-7295C3A1AE5E}"/>
              </a:ext>
            </a:extLst>
          </p:cNvPr>
          <p:cNvSpPr>
            <a:spLocks xmlns:a="http://schemas.openxmlformats.org/drawingml/2006/main" noGrp="1"/>
          </p:cNvSpPr>
          <p:nvPr/>
        </p:nvSpPr>
        <p:spPr>
          <a:xfrm xmlns:a="http://schemas.openxmlformats.org/drawingml/2006/main">
            <a:off x="7096125" y="417195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0..*  artifact  0..*</a:t>
            </a:r>
          </a:p>
        </p:txBody>
      </p:sp>
      <p:cxnSp>
        <p:nvCxnSpPr>
          <p:cNvPr id="80" name=""/>
          <p:cNvCxnSpPr>
            <a:stCxn xmlns:a="http://schemas.openxmlformats.org/drawingml/2006/main" id="28" idx="0"/>
            <a:endCxn xmlns:a="http://schemas.openxmlformats.org/drawingml/2006/main" id="25" idx="3"/>
          </p:cNvCxnSpPr>
          <p:nvPr/>
        </p:nvCxnSpPr>
        <p:spPr>
          <a:xfrm xmlns:a="http://schemas.openxmlformats.org/drawingml/2006/main" flipH="1" flipV="1">
            <a:off x="11144250" y="3143250"/>
            <a:ext cx="4000500" cy="1809750"/>
          </a:xfrm>
          <a:prstGeom xmlns:a="http://schemas.openxmlformats.org/drawingml/2006/main" prst="straightConnector1">
            <a:avLst/>
          </a:prstGeom>
          <a:ln xmlns:a="http://schemas.openxmlformats.org/drawingml/2006/main" w="19050">
            <a:solidFill>
              <a:srgbClr val="0B1D38"/>
            </a:solidFill>
            <a:tailEnd type="none" w="med" len="med"/>
          </a:ln>
        </p:spPr>
      </p:cxnSp>
      <p:sp>
        <p:nvSpPr>
          <p:cNvPr id="34" name="refers_to">
            <a:extLst xmlns:a="http://schemas.openxmlformats.org/drawingml/2006/main">
              <a:ext uri="{FF2B5EF4-FFF2-40B4-BE49-F238E27FC236}">
                <a16:creationId xmlns:a16="http://schemas.microsoft.com/office/drawing/2014/main" id="{16E0E1D0-6BC2-4358-8B31-6BDE11DBAC60}"/>
              </a:ext>
            </a:extLst>
          </p:cNvPr>
          <p:cNvSpPr>
            <a:spLocks xmlns:a="http://schemas.openxmlformats.org/drawingml/2006/main" noGrp="1"/>
          </p:cNvSpPr>
          <p:nvPr/>
        </p:nvSpPr>
        <p:spPr>
          <a:xfrm xmlns:a="http://schemas.openxmlformats.org/drawingml/2006/main">
            <a:off x="12096750" y="40005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refers_to</a:t>
            </a:r>
          </a:p>
        </p:txBody>
      </p:sp>
      <p:sp>
        <p:nvSpPr>
          <p:cNvPr id="35" name="SourceEmbedding&#10;content, embedding">
            <a:extLst xmlns:a="http://schemas.openxmlformats.org/drawingml/2006/main">
              <a:ext uri="{FF2B5EF4-FFF2-40B4-BE49-F238E27FC236}">
                <a16:creationId xmlns:a16="http://schemas.microsoft.com/office/drawing/2014/main" id="{3512D268-A422-41CE-AE52-369822FACF13}"/>
              </a:ext>
            </a:extLst>
          </p:cNvPr>
          <p:cNvSpPr>
            <a:spLocks xmlns:a="http://schemas.openxmlformats.org/drawingml/2006/main" noGrp="1"/>
          </p:cNvSpPr>
          <p:nvPr/>
        </p:nvSpPr>
        <p:spPr>
          <a:xfrm xmlns:a="http://schemas.openxmlformats.org/drawingml/2006/main">
            <a:off x="1047750" y="7429500"/>
            <a:ext cx="4572000" cy="1047750"/>
          </a:xfrm>
          <a:prstGeom xmlns:a="http://schemas.openxmlformats.org/drawingml/2006/main" prst="rect">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
            </a:r>
          </a:p>
        </p:txBody>
      </p:sp>
      <p:sp>
        <p:nvSpPr>
          <p:cNvPr id="36" name="SourceInsight&#10;insight_type, content">
            <a:extLst xmlns:a="http://schemas.openxmlformats.org/drawingml/2006/main">
              <a:ext uri="{FF2B5EF4-FFF2-40B4-BE49-F238E27FC236}">
                <a16:creationId xmlns:a16="http://schemas.microsoft.com/office/drawing/2014/main" id="{3A0F215F-F384-4949-ADE4-C4DA179DC973}"/>
              </a:ext>
            </a:extLst>
          </p:cNvPr>
          <p:cNvSpPr>
            <a:spLocks xmlns:a="http://schemas.openxmlformats.org/drawingml/2006/main" noGrp="1"/>
          </p:cNvSpPr>
          <p:nvPr/>
        </p:nvSpPr>
        <p:spPr>
          <a:xfrm xmlns:a="http://schemas.openxmlformats.org/drawingml/2006/main">
            <a:off x="7143750" y="7429500"/>
            <a:ext cx="4000500" cy="1047750"/>
          </a:xfrm>
          <a:prstGeom xmlns:a="http://schemas.openxmlformats.org/drawingml/2006/main" prst="rect">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
            </a:r>
          </a:p>
        </p:txBody>
      </p:sp>
      <p:cxnSp>
        <p:nvCxnSpPr>
          <p:cNvPr id="84" name=""/>
          <p:cNvCxnSpPr>
            <a:stCxn xmlns:a="http://schemas.openxmlformats.org/drawingml/2006/main" id="26" idx="2"/>
            <a:endCxn xmlns:a="http://schemas.openxmlformats.org/drawingml/2006/main" id="35" idx="0"/>
          </p:cNvCxnSpPr>
          <p:nvPr/>
        </p:nvCxnSpPr>
        <p:spPr>
          <a:xfrm xmlns:a="http://schemas.openxmlformats.org/drawingml/2006/main">
            <a:off x="3333750" y="6619875"/>
            <a:ext cx="0" cy="809625"/>
          </a:xfrm>
          <a:prstGeom xmlns:a="http://schemas.openxmlformats.org/drawingml/2006/main" prst="straightConnector1">
            <a:avLst/>
          </a:prstGeom>
          <a:ln xmlns:a="http://schemas.openxmlformats.org/drawingml/2006/main" w="19050">
            <a:solidFill>
              <a:srgbClr val="0B1D38"/>
            </a:solidFill>
            <a:tailEnd type="none" w="med" len="med"/>
          </a:ln>
        </p:spPr>
      </p:cxnSp>
      <p:sp>
        <p:nvSpPr>
          <p:cNvPr id="38" name="1 → 0..*">
            <a:extLst xmlns:a="http://schemas.openxmlformats.org/drawingml/2006/main">
              <a:ext uri="{FF2B5EF4-FFF2-40B4-BE49-F238E27FC236}">
                <a16:creationId xmlns:a16="http://schemas.microsoft.com/office/drawing/2014/main" id="{BB0DC999-1AFD-4866-86CA-550F0E43D7F6}"/>
              </a:ext>
            </a:extLst>
          </p:cNvPr>
          <p:cNvSpPr>
            <a:spLocks xmlns:a="http://schemas.openxmlformats.org/drawingml/2006/main" noGrp="1"/>
          </p:cNvSpPr>
          <p:nvPr/>
        </p:nvSpPr>
        <p:spPr>
          <a:xfrm xmlns:a="http://schemas.openxmlformats.org/drawingml/2006/main">
            <a:off x="2190750" y="6762750"/>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1 → 0..*</a:t>
            </a:r>
          </a:p>
        </p:txBody>
      </p:sp>
      <p:cxnSp>
        <p:nvCxnSpPr>
          <p:cNvPr id="86" name=""/>
          <p:cNvCxnSpPr>
            <a:stCxn xmlns:a="http://schemas.openxmlformats.org/drawingml/2006/main" id="26" idx="3"/>
            <a:endCxn xmlns:a="http://schemas.openxmlformats.org/drawingml/2006/main" id="36" idx="0"/>
          </p:cNvCxnSpPr>
          <p:nvPr/>
        </p:nvCxnSpPr>
        <p:spPr>
          <a:xfrm xmlns:a="http://schemas.openxmlformats.org/drawingml/2006/main">
            <a:off x="5619750" y="5786438"/>
            <a:ext cx="3524250" cy="1643063"/>
          </a:xfrm>
          <a:prstGeom xmlns:a="http://schemas.openxmlformats.org/drawingml/2006/main" prst="straightConnector1">
            <a:avLst/>
          </a:prstGeom>
          <a:ln xmlns:a="http://schemas.openxmlformats.org/drawingml/2006/main" w="19050">
            <a:solidFill>
              <a:srgbClr val="0B1D38"/>
            </a:solidFill>
            <a:tailEnd type="none" w="med" len="med"/>
          </a:ln>
        </p:spPr>
      </p:cxnSp>
      <p:sp>
        <p:nvSpPr>
          <p:cNvPr id="40" name="1 → 0..*">
            <a:extLst xmlns:a="http://schemas.openxmlformats.org/drawingml/2006/main">
              <a:ext uri="{FF2B5EF4-FFF2-40B4-BE49-F238E27FC236}">
                <a16:creationId xmlns:a16="http://schemas.microsoft.com/office/drawing/2014/main" id="{71F21E73-A1AB-4613-ABE5-1798B168893E}"/>
              </a:ext>
            </a:extLst>
          </p:cNvPr>
          <p:cNvSpPr>
            <a:spLocks xmlns:a="http://schemas.openxmlformats.org/drawingml/2006/main" noGrp="1"/>
          </p:cNvSpPr>
          <p:nvPr/>
        </p:nvSpPr>
        <p:spPr>
          <a:xfrm xmlns:a="http://schemas.openxmlformats.org/drawingml/2006/main">
            <a:off x="5429250" y="6819900"/>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1 → 0..*</a:t>
            </a:r>
          </a:p>
        </p:txBody>
      </p:sp>
      <p:sp>
        <p:nvSpPr>
          <p:cNvPr id="41" name="ChatSession có thể tham chiếu notebook hoặc source. Asset là đối ">
            <a:extLst xmlns:a="http://schemas.openxmlformats.org/drawingml/2006/main">
              <a:ext uri="{FF2B5EF4-FFF2-40B4-BE49-F238E27FC236}">
                <a16:creationId xmlns:a16="http://schemas.microsoft.com/office/drawing/2014/main" id="{311D6E9F-1BA1-49D2-8A42-CE8361A10B7C}"/>
              </a:ext>
            </a:extLst>
          </p:cNvPr>
          <p:cNvSpPr>
            <a:spLocks xmlns:a="http://schemas.openxmlformats.org/drawingml/2006/main" noGrp="1"/>
          </p:cNvSpPr>
          <p:nvPr/>
        </p:nvSpPr>
        <p:spPr>
          <a:xfrm xmlns:a="http://schemas.openxmlformats.org/drawingml/2006/main">
            <a:off x="1095375" y="869632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8657D"/>
                </a:solidFill>
                <a:latin typeface="Arial"/>
                <a:ea typeface="Arial"/>
                <a:cs typeface="Arial"/>
              </a:defRPr>
            </a:pPr>
            <a:r>
              <a:rPr sz="2025" b="0">
                <a:solidFill>
                  <a:srgbClr val="58657D"/>
                </a:solidFill>
                <a:latin typeface="Arial"/>
                <a:ea typeface="Arial"/>
                <a:cs typeface="Arial"/>
              </a:rPr>
              <a:t>ChatSession có thể tham chiếu notebook hoặc source. Asset là đối tượng lồng trong Source; không phải bảng độc lập.</a:t>
            </a:r>
          </a:p>
        </p:txBody>
      </p:sp>
      <p:sp>
        <p:nvSpPr>
          <p:cNvPr id="42" name="Notebook">
            <a:extLst xmlns:a="http://schemas.openxmlformats.org/drawingml/2006/main">
              <a:ext uri="{FF2B5EF4-FFF2-40B4-BE49-F238E27FC236}">
                <a16:creationId xmlns:a16="http://schemas.microsoft.com/office/drawing/2014/main" id="{4135EA06-2E40-455A-B818-298D5D40D00E}"/>
              </a:ext>
            </a:extLst>
          </p:cNvPr>
          <p:cNvSpPr>
            <a:spLocks xmlns:a="http://schemas.openxmlformats.org/drawingml/2006/main" noGrp="1"/>
          </p:cNvSpPr>
          <p:nvPr/>
        </p:nvSpPr>
        <p:spPr>
          <a:xfrm xmlns:a="http://schemas.openxmlformats.org/drawingml/2006/main">
            <a:off x="7239000" y="245745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75" b="1">
                <a:solidFill>
                  <a:srgbClr val="0B1D38"/>
                </a:solidFill>
                <a:latin typeface="Arial"/>
                <a:ea typeface="Arial"/>
                <a:cs typeface="Arial"/>
              </a:defRPr>
            </a:pPr>
            <a:r>
              <a:rPr sz="2175" b="1">
                <a:solidFill>
                  <a:srgbClr val="0B1D38"/>
                </a:solidFill>
                <a:latin typeface="Arial"/>
                <a:ea typeface="Arial"/>
                <a:cs typeface="Arial"/>
              </a:rPr>
              <a:t>Notebook</a:t>
            </a:r>
          </a:p>
        </p:txBody>
      </p:sp>
      <p:sp>
        <p:nvSpPr>
          <p:cNvPr id="43" name="">
            <a:extLst xmlns:a="http://schemas.openxmlformats.org/drawingml/2006/main">
              <a:ext uri="{FF2B5EF4-FFF2-40B4-BE49-F238E27FC236}">
                <a16:creationId xmlns:a16="http://schemas.microsoft.com/office/drawing/2014/main" id="{78819D30-25A0-4B44-B35A-D23EC7D7F185}"/>
              </a:ext>
            </a:extLst>
          </p:cNvPr>
          <p:cNvSpPr>
            <a:spLocks xmlns:a="http://schemas.openxmlformats.org/drawingml/2006/main" noGrp="1"/>
          </p:cNvSpPr>
          <p:nvPr/>
        </p:nvSpPr>
        <p:spPr>
          <a:xfrm xmlns:a="http://schemas.openxmlformats.org/drawingml/2006/main">
            <a:off x="7143750" y="2886075"/>
            <a:ext cx="4000500" cy="9525"/>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44" name="name, description&#10;Tổ chức chủ đề">
            <a:extLst xmlns:a="http://schemas.openxmlformats.org/drawingml/2006/main">
              <a:ext uri="{FF2B5EF4-FFF2-40B4-BE49-F238E27FC236}">
                <a16:creationId xmlns:a16="http://schemas.microsoft.com/office/drawing/2014/main" id="{E5BDC381-D7BF-4EDE-B36A-A1D1F0D5F3E3}"/>
              </a:ext>
            </a:extLst>
          </p:cNvPr>
          <p:cNvSpPr>
            <a:spLocks xmlns:a="http://schemas.openxmlformats.org/drawingml/2006/main" noGrp="1"/>
          </p:cNvSpPr>
          <p:nvPr/>
        </p:nvSpPr>
        <p:spPr>
          <a:xfrm xmlns:a="http://schemas.openxmlformats.org/drawingml/2006/main">
            <a:off x="7258050" y="2971800"/>
            <a:ext cx="37719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025" b="0">
                <a:solidFill>
                  <a:srgbClr val="0B1D38"/>
                </a:solidFill>
                <a:latin typeface="Arial"/>
                <a:ea typeface="Arial"/>
                <a:cs typeface="Arial"/>
              </a:defRPr>
            </a:pPr>
            <a:r>
              <a:rPr sz="2025" b="0">
                <a:solidFill>
                  <a:srgbClr val="0B1D38"/>
                </a:solidFill>
                <a:latin typeface="Arial"/>
                <a:ea typeface="Arial"/>
                <a:cs typeface="Arial"/>
              </a:rPr>
              <a:t>name, description</a:t>
            </a:r>
          </a:p>
          <a:p xmlns:a="http://schemas.openxmlformats.org/drawingml/2006/main">
            <a:pPr algn="ctr">
              <a:defRPr sz="2025" b="0">
                <a:solidFill>
                  <a:srgbClr val="0B1D38"/>
                </a:solidFill>
                <a:latin typeface="Arial"/>
                <a:ea typeface="Arial"/>
                <a:cs typeface="Arial"/>
              </a:defRPr>
            </a:pPr>
            <a:r>
              <a:rPr sz="2025" b="0">
                <a:solidFill>
                  <a:srgbClr val="0B1D38"/>
                </a:solidFill>
                <a:latin typeface="Arial"/>
                <a:ea typeface="Arial"/>
                <a:cs typeface="Arial"/>
              </a:rPr>
              <a:t>Tổ chức chủ đề</a:t>
            </a:r>
          </a:p>
        </p:txBody>
      </p:sp>
      <p:sp>
        <p:nvSpPr>
          <p:cNvPr id="45" name="Source">
            <a:extLst xmlns:a="http://schemas.openxmlformats.org/drawingml/2006/main">
              <a:ext uri="{FF2B5EF4-FFF2-40B4-BE49-F238E27FC236}">
                <a16:creationId xmlns:a16="http://schemas.microsoft.com/office/drawing/2014/main" id="{11162634-2E88-4CAE-8DEF-227A742160B8}"/>
              </a:ext>
            </a:extLst>
          </p:cNvPr>
          <p:cNvSpPr>
            <a:spLocks xmlns:a="http://schemas.openxmlformats.org/drawingml/2006/main" noGrp="1"/>
          </p:cNvSpPr>
          <p:nvPr/>
        </p:nvSpPr>
        <p:spPr>
          <a:xfrm xmlns:a="http://schemas.openxmlformats.org/drawingml/2006/main">
            <a:off x="1143000" y="5029200"/>
            <a:ext cx="438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75" b="1">
                <a:solidFill>
                  <a:srgbClr val="0B1D38"/>
                </a:solidFill>
                <a:latin typeface="Arial"/>
                <a:ea typeface="Arial"/>
                <a:cs typeface="Arial"/>
              </a:defRPr>
            </a:pPr>
            <a:r>
              <a:rPr sz="2175" b="1">
                <a:solidFill>
                  <a:srgbClr val="0B1D38"/>
                </a:solidFill>
                <a:latin typeface="Arial"/>
                <a:ea typeface="Arial"/>
                <a:cs typeface="Arial"/>
              </a:rPr>
              <a:t>Source</a:t>
            </a:r>
          </a:p>
        </p:txBody>
      </p:sp>
      <p:sp>
        <p:nvSpPr>
          <p:cNvPr id="46" name="">
            <a:extLst xmlns:a="http://schemas.openxmlformats.org/drawingml/2006/main">
              <a:ext uri="{FF2B5EF4-FFF2-40B4-BE49-F238E27FC236}">
                <a16:creationId xmlns:a16="http://schemas.microsoft.com/office/drawing/2014/main" id="{D6170038-54AE-43BF-A78F-9857B100EB6B}"/>
              </a:ext>
            </a:extLst>
          </p:cNvPr>
          <p:cNvSpPr>
            <a:spLocks xmlns:a="http://schemas.openxmlformats.org/drawingml/2006/main" noGrp="1"/>
          </p:cNvSpPr>
          <p:nvPr/>
        </p:nvSpPr>
        <p:spPr>
          <a:xfrm xmlns:a="http://schemas.openxmlformats.org/drawingml/2006/main">
            <a:off x="1047750" y="5457825"/>
            <a:ext cx="4572000" cy="9525"/>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47" name="asset, full_text, command&#10;Quản lý tài liệu">
            <a:extLst xmlns:a="http://schemas.openxmlformats.org/drawingml/2006/main">
              <a:ext uri="{FF2B5EF4-FFF2-40B4-BE49-F238E27FC236}">
                <a16:creationId xmlns:a16="http://schemas.microsoft.com/office/drawing/2014/main" id="{B50D45A0-0592-486E-9A7F-F3DF27D28090}"/>
              </a:ext>
            </a:extLst>
          </p:cNvPr>
          <p:cNvSpPr>
            <a:spLocks xmlns:a="http://schemas.openxmlformats.org/drawingml/2006/main" noGrp="1"/>
          </p:cNvSpPr>
          <p:nvPr/>
        </p:nvSpPr>
        <p:spPr>
          <a:xfrm xmlns:a="http://schemas.openxmlformats.org/drawingml/2006/main">
            <a:off x="1162050" y="5543550"/>
            <a:ext cx="4343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025" b="0">
                <a:solidFill>
                  <a:srgbClr val="0B1D38"/>
                </a:solidFill>
                <a:latin typeface="Arial"/>
                <a:ea typeface="Arial"/>
                <a:cs typeface="Arial"/>
              </a:defRPr>
            </a:pPr>
            <a:r>
              <a:rPr sz="2025" b="0">
                <a:solidFill>
                  <a:srgbClr val="0B1D38"/>
                </a:solidFill>
                <a:latin typeface="Arial"/>
                <a:ea typeface="Arial"/>
                <a:cs typeface="Arial"/>
              </a:rPr>
              <a:t>asset, full_text, command</a:t>
            </a:r>
          </a:p>
          <a:p xmlns:a="http://schemas.openxmlformats.org/drawingml/2006/main">
            <a:pPr algn="ctr">
              <a:defRPr sz="2025" b="0">
                <a:solidFill>
                  <a:srgbClr val="0B1D38"/>
                </a:solidFill>
                <a:latin typeface="Arial"/>
                <a:ea typeface="Arial"/>
                <a:cs typeface="Arial"/>
              </a:defRPr>
            </a:pPr>
            <a:r>
              <a:rPr sz="2025" b="0">
                <a:solidFill>
                  <a:srgbClr val="0B1D38"/>
                </a:solidFill>
                <a:latin typeface="Arial"/>
                <a:ea typeface="Arial"/>
                <a:cs typeface="Arial"/>
              </a:rPr>
              <a:t>Quản lý tài liệu</a:t>
            </a:r>
          </a:p>
        </p:txBody>
      </p:sp>
      <p:sp>
        <p:nvSpPr>
          <p:cNvPr id="48" name="Note">
            <a:extLst xmlns:a="http://schemas.openxmlformats.org/drawingml/2006/main">
              <a:ext uri="{FF2B5EF4-FFF2-40B4-BE49-F238E27FC236}">
                <a16:creationId xmlns:a16="http://schemas.microsoft.com/office/drawing/2014/main" id="{4B2ED027-E8E0-4D68-B579-8083C1D5BB42}"/>
              </a:ext>
            </a:extLst>
          </p:cNvPr>
          <p:cNvSpPr>
            <a:spLocks xmlns:a="http://schemas.openxmlformats.org/drawingml/2006/main" noGrp="1"/>
          </p:cNvSpPr>
          <p:nvPr/>
        </p:nvSpPr>
        <p:spPr>
          <a:xfrm xmlns:a="http://schemas.openxmlformats.org/drawingml/2006/main">
            <a:off x="7239000" y="502920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75" b="1">
                <a:solidFill>
                  <a:srgbClr val="0B1D38"/>
                </a:solidFill>
                <a:latin typeface="Arial"/>
                <a:ea typeface="Arial"/>
                <a:cs typeface="Arial"/>
              </a:defRPr>
            </a:pPr>
            <a:r>
              <a:rPr sz="2175" b="1">
                <a:solidFill>
                  <a:srgbClr val="0B1D38"/>
                </a:solidFill>
                <a:latin typeface="Arial"/>
                <a:ea typeface="Arial"/>
                <a:cs typeface="Arial"/>
              </a:rPr>
              <a:t>Note</a:t>
            </a:r>
          </a:p>
        </p:txBody>
      </p:sp>
      <p:sp>
        <p:nvSpPr>
          <p:cNvPr id="49" name="">
            <a:extLst xmlns:a="http://schemas.openxmlformats.org/drawingml/2006/main">
              <a:ext uri="{FF2B5EF4-FFF2-40B4-BE49-F238E27FC236}">
                <a16:creationId xmlns:a16="http://schemas.microsoft.com/office/drawing/2014/main" id="{B0CD05F7-E883-47A8-866D-28DCD745E27E}"/>
              </a:ext>
            </a:extLst>
          </p:cNvPr>
          <p:cNvSpPr>
            <a:spLocks xmlns:a="http://schemas.openxmlformats.org/drawingml/2006/main" noGrp="1"/>
          </p:cNvSpPr>
          <p:nvPr/>
        </p:nvSpPr>
        <p:spPr>
          <a:xfrm xmlns:a="http://schemas.openxmlformats.org/drawingml/2006/main">
            <a:off x="7143750" y="5457825"/>
            <a:ext cx="4000500" cy="9525"/>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50" name="title, content&#10;Lưu tri thức">
            <a:extLst xmlns:a="http://schemas.openxmlformats.org/drawingml/2006/main">
              <a:ext uri="{FF2B5EF4-FFF2-40B4-BE49-F238E27FC236}">
                <a16:creationId xmlns:a16="http://schemas.microsoft.com/office/drawing/2014/main" id="{9F8EE0A0-BBC8-40B1-9E09-2AD3C9F9917D}"/>
              </a:ext>
            </a:extLst>
          </p:cNvPr>
          <p:cNvSpPr>
            <a:spLocks xmlns:a="http://schemas.openxmlformats.org/drawingml/2006/main" noGrp="1"/>
          </p:cNvSpPr>
          <p:nvPr/>
        </p:nvSpPr>
        <p:spPr>
          <a:xfrm xmlns:a="http://schemas.openxmlformats.org/drawingml/2006/main">
            <a:off x="7258050" y="5543550"/>
            <a:ext cx="37719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025" b="0">
                <a:solidFill>
                  <a:srgbClr val="0B1D38"/>
                </a:solidFill>
                <a:latin typeface="Arial"/>
                <a:ea typeface="Arial"/>
                <a:cs typeface="Arial"/>
              </a:defRPr>
            </a:pPr>
            <a:r>
              <a:rPr sz="2025" b="0">
                <a:solidFill>
                  <a:srgbClr val="0B1D38"/>
                </a:solidFill>
                <a:latin typeface="Arial"/>
                <a:ea typeface="Arial"/>
                <a:cs typeface="Arial"/>
              </a:rPr>
              <a:t>title, content</a:t>
            </a:r>
          </a:p>
          <a:p xmlns:a="http://schemas.openxmlformats.org/drawingml/2006/main">
            <a:pPr algn="ctr">
              <a:defRPr sz="2025" b="0">
                <a:solidFill>
                  <a:srgbClr val="0B1D38"/>
                </a:solidFill>
                <a:latin typeface="Arial"/>
                <a:ea typeface="Arial"/>
                <a:cs typeface="Arial"/>
              </a:defRPr>
            </a:pPr>
            <a:r>
              <a:rPr sz="2025" b="0">
                <a:solidFill>
                  <a:srgbClr val="0B1D38"/>
                </a:solidFill>
                <a:latin typeface="Arial"/>
                <a:ea typeface="Arial"/>
                <a:cs typeface="Arial"/>
              </a:rPr>
              <a:t>Lưu tri thức</a:t>
            </a:r>
          </a:p>
        </p:txBody>
      </p:sp>
      <p:sp>
        <p:nvSpPr>
          <p:cNvPr id="51" name="ChatSession">
            <a:extLst xmlns:a="http://schemas.openxmlformats.org/drawingml/2006/main">
              <a:ext uri="{FF2B5EF4-FFF2-40B4-BE49-F238E27FC236}">
                <a16:creationId xmlns:a16="http://schemas.microsoft.com/office/drawing/2014/main" id="{8E8FFC68-E720-47C2-800A-4592200B7154}"/>
              </a:ext>
            </a:extLst>
          </p:cNvPr>
          <p:cNvSpPr>
            <a:spLocks xmlns:a="http://schemas.openxmlformats.org/drawingml/2006/main" noGrp="1"/>
          </p:cNvSpPr>
          <p:nvPr/>
        </p:nvSpPr>
        <p:spPr>
          <a:xfrm xmlns:a="http://schemas.openxmlformats.org/drawingml/2006/main">
            <a:off x="13144500" y="502920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75" b="1">
                <a:solidFill>
                  <a:srgbClr val="0B1D38"/>
                </a:solidFill>
                <a:latin typeface="Arial"/>
                <a:ea typeface="Arial"/>
                <a:cs typeface="Arial"/>
              </a:defRPr>
            </a:pPr>
            <a:r>
              <a:rPr sz="2175" b="1">
                <a:solidFill>
                  <a:srgbClr val="0B1D38"/>
                </a:solidFill>
                <a:latin typeface="Arial"/>
                <a:ea typeface="Arial"/>
                <a:cs typeface="Arial"/>
              </a:rPr>
              <a:t>ChatSession</a:t>
            </a:r>
          </a:p>
        </p:txBody>
      </p:sp>
      <p:sp>
        <p:nvSpPr>
          <p:cNvPr id="52" name="">
            <a:extLst xmlns:a="http://schemas.openxmlformats.org/drawingml/2006/main">
              <a:ext uri="{FF2B5EF4-FFF2-40B4-BE49-F238E27FC236}">
                <a16:creationId xmlns:a16="http://schemas.microsoft.com/office/drawing/2014/main" id="{3D0FE790-2D5B-4E8B-BE3C-494561D75136}"/>
              </a:ext>
            </a:extLst>
          </p:cNvPr>
          <p:cNvSpPr>
            <a:spLocks xmlns:a="http://schemas.openxmlformats.org/drawingml/2006/main" noGrp="1"/>
          </p:cNvSpPr>
          <p:nvPr/>
        </p:nvSpPr>
        <p:spPr>
          <a:xfrm xmlns:a="http://schemas.openxmlformats.org/drawingml/2006/main">
            <a:off x="13049250" y="5457825"/>
            <a:ext cx="4191000" cy="9525"/>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53" name="title, model_override&#10;Duy trì phiên">
            <a:extLst xmlns:a="http://schemas.openxmlformats.org/drawingml/2006/main">
              <a:ext uri="{FF2B5EF4-FFF2-40B4-BE49-F238E27FC236}">
                <a16:creationId xmlns:a16="http://schemas.microsoft.com/office/drawing/2014/main" id="{D218D5DC-3F3F-483E-BD98-7A06DA5BF99D}"/>
              </a:ext>
            </a:extLst>
          </p:cNvPr>
          <p:cNvSpPr>
            <a:spLocks xmlns:a="http://schemas.openxmlformats.org/drawingml/2006/main" noGrp="1"/>
          </p:cNvSpPr>
          <p:nvPr/>
        </p:nvSpPr>
        <p:spPr>
          <a:xfrm xmlns:a="http://schemas.openxmlformats.org/drawingml/2006/main">
            <a:off x="13163550" y="5543550"/>
            <a:ext cx="3962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025" b="0">
                <a:solidFill>
                  <a:srgbClr val="0B1D38"/>
                </a:solidFill>
                <a:latin typeface="Arial"/>
                <a:ea typeface="Arial"/>
                <a:cs typeface="Arial"/>
              </a:defRPr>
            </a:pPr>
            <a:r>
              <a:rPr sz="2025" b="0">
                <a:solidFill>
                  <a:srgbClr val="0B1D38"/>
                </a:solidFill>
                <a:latin typeface="Arial"/>
                <a:ea typeface="Arial"/>
                <a:cs typeface="Arial"/>
              </a:rPr>
              <a:t>title, model_override</a:t>
            </a:r>
          </a:p>
          <a:p xmlns:a="http://schemas.openxmlformats.org/drawingml/2006/main">
            <a:pPr algn="ctr">
              <a:defRPr sz="2025" b="0">
                <a:solidFill>
                  <a:srgbClr val="0B1D38"/>
                </a:solidFill>
                <a:latin typeface="Arial"/>
                <a:ea typeface="Arial"/>
                <a:cs typeface="Arial"/>
              </a:defRPr>
            </a:pPr>
            <a:r>
              <a:rPr sz="2025" b="0">
                <a:solidFill>
                  <a:srgbClr val="0B1D38"/>
                </a:solidFill>
                <a:latin typeface="Arial"/>
                <a:ea typeface="Arial"/>
                <a:cs typeface="Arial"/>
              </a:rPr>
              <a:t>Duy trì phiên</a:t>
            </a:r>
          </a:p>
        </p:txBody>
      </p:sp>
      <p:sp>
        <p:nvSpPr>
          <p:cNvPr id="54" name="SourceEmbedding">
            <a:extLst xmlns:a="http://schemas.openxmlformats.org/drawingml/2006/main">
              <a:ext uri="{FF2B5EF4-FFF2-40B4-BE49-F238E27FC236}">
                <a16:creationId xmlns:a16="http://schemas.microsoft.com/office/drawing/2014/main" id="{70482028-99D0-4489-BBAA-CAC0E568DE60}"/>
              </a:ext>
            </a:extLst>
          </p:cNvPr>
          <p:cNvSpPr>
            <a:spLocks xmlns:a="http://schemas.openxmlformats.org/drawingml/2006/main" noGrp="1"/>
          </p:cNvSpPr>
          <p:nvPr/>
        </p:nvSpPr>
        <p:spPr>
          <a:xfrm xmlns:a="http://schemas.openxmlformats.org/drawingml/2006/main">
            <a:off x="1143000" y="7505700"/>
            <a:ext cx="438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75" b="1">
                <a:solidFill>
                  <a:srgbClr val="0B1D38"/>
                </a:solidFill>
                <a:latin typeface="Arial"/>
                <a:ea typeface="Arial"/>
                <a:cs typeface="Arial"/>
              </a:defRPr>
            </a:pPr>
            <a:r>
              <a:rPr sz="2175" b="1">
                <a:solidFill>
                  <a:srgbClr val="0B1D38"/>
                </a:solidFill>
                <a:latin typeface="Arial"/>
                <a:ea typeface="Arial"/>
                <a:cs typeface="Arial"/>
              </a:rPr>
              <a:t>SourceEmbedding</a:t>
            </a:r>
          </a:p>
        </p:txBody>
      </p:sp>
      <p:sp>
        <p:nvSpPr>
          <p:cNvPr id="55" name="">
            <a:extLst xmlns:a="http://schemas.openxmlformats.org/drawingml/2006/main">
              <a:ext uri="{FF2B5EF4-FFF2-40B4-BE49-F238E27FC236}">
                <a16:creationId xmlns:a16="http://schemas.microsoft.com/office/drawing/2014/main" id="{CE2080F5-DF7B-44FF-85E6-9D5EA12F97A7}"/>
              </a:ext>
            </a:extLst>
          </p:cNvPr>
          <p:cNvSpPr>
            <a:spLocks xmlns:a="http://schemas.openxmlformats.org/drawingml/2006/main" noGrp="1"/>
          </p:cNvSpPr>
          <p:nvPr/>
        </p:nvSpPr>
        <p:spPr>
          <a:xfrm xmlns:a="http://schemas.openxmlformats.org/drawingml/2006/main">
            <a:off x="1047750" y="7934325"/>
            <a:ext cx="4572000" cy="9525"/>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56" name="content, embedding">
            <a:extLst xmlns:a="http://schemas.openxmlformats.org/drawingml/2006/main">
              <a:ext uri="{FF2B5EF4-FFF2-40B4-BE49-F238E27FC236}">
                <a16:creationId xmlns:a16="http://schemas.microsoft.com/office/drawing/2014/main" id="{A98E23B9-BECC-4F11-A520-36D3F74F39C2}"/>
              </a:ext>
            </a:extLst>
          </p:cNvPr>
          <p:cNvSpPr>
            <a:spLocks xmlns:a="http://schemas.openxmlformats.org/drawingml/2006/main" noGrp="1"/>
          </p:cNvSpPr>
          <p:nvPr/>
        </p:nvSpPr>
        <p:spPr>
          <a:xfrm xmlns:a="http://schemas.openxmlformats.org/drawingml/2006/main">
            <a:off x="1162050" y="8020050"/>
            <a:ext cx="4343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025" b="0">
                <a:solidFill>
                  <a:srgbClr val="0B1D38"/>
                </a:solidFill>
                <a:latin typeface="Arial"/>
                <a:ea typeface="Arial"/>
                <a:cs typeface="Arial"/>
              </a:defRPr>
            </a:pPr>
            <a:r>
              <a:rPr sz="2025" b="0">
                <a:solidFill>
                  <a:srgbClr val="0B1D38"/>
                </a:solidFill>
                <a:latin typeface="Arial"/>
                <a:ea typeface="Arial"/>
                <a:cs typeface="Arial"/>
              </a:rPr>
              <a:t>content, embedding</a:t>
            </a:r>
          </a:p>
        </p:txBody>
      </p:sp>
      <p:sp>
        <p:nvSpPr>
          <p:cNvPr id="57" name="SourceInsight">
            <a:extLst xmlns:a="http://schemas.openxmlformats.org/drawingml/2006/main">
              <a:ext uri="{FF2B5EF4-FFF2-40B4-BE49-F238E27FC236}">
                <a16:creationId xmlns:a16="http://schemas.microsoft.com/office/drawing/2014/main" id="{0FF3E5E5-9367-4626-A006-B5F9F97A3C96}"/>
              </a:ext>
            </a:extLst>
          </p:cNvPr>
          <p:cNvSpPr>
            <a:spLocks xmlns:a="http://schemas.openxmlformats.org/drawingml/2006/main" noGrp="1"/>
          </p:cNvSpPr>
          <p:nvPr/>
        </p:nvSpPr>
        <p:spPr>
          <a:xfrm xmlns:a="http://schemas.openxmlformats.org/drawingml/2006/main">
            <a:off x="7239000" y="750570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75" b="1">
                <a:solidFill>
                  <a:srgbClr val="0B1D38"/>
                </a:solidFill>
                <a:latin typeface="Arial"/>
                <a:ea typeface="Arial"/>
                <a:cs typeface="Arial"/>
              </a:defRPr>
            </a:pPr>
            <a:r>
              <a:rPr sz="2175" b="1">
                <a:solidFill>
                  <a:srgbClr val="0B1D38"/>
                </a:solidFill>
                <a:latin typeface="Arial"/>
                <a:ea typeface="Arial"/>
                <a:cs typeface="Arial"/>
              </a:rPr>
              <a:t>SourceInsight</a:t>
            </a:r>
          </a:p>
        </p:txBody>
      </p:sp>
      <p:sp>
        <p:nvSpPr>
          <p:cNvPr id="58" name="">
            <a:extLst xmlns:a="http://schemas.openxmlformats.org/drawingml/2006/main">
              <a:ext uri="{FF2B5EF4-FFF2-40B4-BE49-F238E27FC236}">
                <a16:creationId xmlns:a16="http://schemas.microsoft.com/office/drawing/2014/main" id="{CA39A7DC-9B6A-46A8-9982-67DEF35E6961}"/>
              </a:ext>
            </a:extLst>
          </p:cNvPr>
          <p:cNvSpPr>
            <a:spLocks xmlns:a="http://schemas.openxmlformats.org/drawingml/2006/main" noGrp="1"/>
          </p:cNvSpPr>
          <p:nvPr/>
        </p:nvSpPr>
        <p:spPr>
          <a:xfrm xmlns:a="http://schemas.openxmlformats.org/drawingml/2006/main">
            <a:off x="7143750" y="7934325"/>
            <a:ext cx="4000500" cy="9525"/>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59" name="insight_type, content">
            <a:extLst xmlns:a="http://schemas.openxmlformats.org/drawingml/2006/main">
              <a:ext uri="{FF2B5EF4-FFF2-40B4-BE49-F238E27FC236}">
                <a16:creationId xmlns:a16="http://schemas.microsoft.com/office/drawing/2014/main" id="{1BC44CE9-48AA-4031-BAB5-3017B3CA8663}"/>
              </a:ext>
            </a:extLst>
          </p:cNvPr>
          <p:cNvSpPr>
            <a:spLocks xmlns:a="http://schemas.openxmlformats.org/drawingml/2006/main" noGrp="1"/>
          </p:cNvSpPr>
          <p:nvPr/>
        </p:nvSpPr>
        <p:spPr>
          <a:xfrm xmlns:a="http://schemas.openxmlformats.org/drawingml/2006/main">
            <a:off x="7258050" y="8020050"/>
            <a:ext cx="37719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025" b="0">
                <a:solidFill>
                  <a:srgbClr val="0B1D38"/>
                </a:solidFill>
                <a:latin typeface="Arial"/>
                <a:ea typeface="Arial"/>
                <a:cs typeface="Arial"/>
              </a:defRPr>
            </a:pPr>
            <a:r>
              <a:rPr sz="2025" b="0">
                <a:solidFill>
                  <a:srgbClr val="0B1D38"/>
                </a:solidFill>
                <a:latin typeface="Arial"/>
                <a:ea typeface="Arial"/>
                <a:cs typeface="Arial"/>
              </a:rPr>
              <a:t>insight_type, content</a:t>
            </a:r>
          </a:p>
        </p:txBody>
      </p:sp>
    </p:spTree>
    <p:extLst>
      <p:ext uri="{BB962C8B-B14F-4D97-AF65-F5344CB8AC3E}">
        <p14:creationId xmlns:p14="http://schemas.microsoft.com/office/powerpoint/2010/main" val="1856122589"/>
      </p:ext>
    </p:extLst>
  </p:cSld>
</p:sld>
</file>

<file path=ppt/slides/slide15.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Trạng thái nguồn: quan sát từ tác vụ">
            <a:extLst xmlns:a="http://schemas.openxmlformats.org/drawingml/2006/main">
              <a:ext uri="{FF2B5EF4-FFF2-40B4-BE49-F238E27FC236}">
                <a16:creationId xmlns:a16="http://schemas.microsoft.com/office/drawing/2014/main" id="{65A2A836-D2EC-44C7-9759-951450D4C8F3}"/>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Trạng thái nguồn: quan sát từ tác vụ</a:t>
            </a:r>
          </a:p>
        </p:txBody>
      </p:sp>
      <p:sp>
        <p:nvSpPr>
          <p:cNvPr id="22" name="HƯỚNG ĐỐI TƯỢNG">
            <a:extLst xmlns:a="http://schemas.openxmlformats.org/drawingml/2006/main">
              <a:ext uri="{FF2B5EF4-FFF2-40B4-BE49-F238E27FC236}">
                <a16:creationId xmlns:a16="http://schemas.microsoft.com/office/drawing/2014/main" id="{15B4D86F-0BFF-40AB-B708-C6028A0CC965}"/>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HƯỚNG ĐỐI TƯỢNG</a:t>
            </a:r>
          </a:p>
        </p:txBody>
      </p:sp>
      <p:sp>
        <p:nvSpPr>
          <p:cNvPr id="23" name="NotebookE / Phân tích &amp; thiết kế">
            <a:extLst xmlns:a="http://schemas.openxmlformats.org/drawingml/2006/main">
              <a:ext uri="{FF2B5EF4-FFF2-40B4-BE49-F238E27FC236}">
                <a16:creationId xmlns:a16="http://schemas.microsoft.com/office/drawing/2014/main" id="{8835262B-B833-4DE5-A4D3-A7D3A638D4BD}"/>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15 / 20">
            <a:extLst xmlns:a="http://schemas.openxmlformats.org/drawingml/2006/main">
              <a:ext uri="{FF2B5EF4-FFF2-40B4-BE49-F238E27FC236}">
                <a16:creationId xmlns:a16="http://schemas.microsoft.com/office/drawing/2014/main" id="{C79959FB-5030-4385-A9DE-EA0BA96BCC04}"/>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15 / 20</a:t>
            </a:r>
          </a:p>
        </p:txBody>
      </p:sp>
      <p:sp>
        <p:nvSpPr>
          <p:cNvPr id="25" name="Được tạo">
            <a:extLst xmlns:a="http://schemas.openxmlformats.org/drawingml/2006/main">
              <a:ext uri="{FF2B5EF4-FFF2-40B4-BE49-F238E27FC236}">
                <a16:creationId xmlns:a16="http://schemas.microsoft.com/office/drawing/2014/main" id="{8824EA46-6349-4F16-B613-DD2F14B3AB50}"/>
              </a:ext>
            </a:extLst>
          </p:cNvPr>
          <p:cNvSpPr>
            <a:spLocks xmlns:a="http://schemas.openxmlformats.org/drawingml/2006/main" noGrp="1"/>
          </p:cNvSpPr>
          <p:nvPr/>
        </p:nvSpPr>
        <p:spPr>
          <a:xfrm xmlns:a="http://schemas.openxmlformats.org/drawingml/2006/main">
            <a:off x="1047750" y="3429000"/>
            <a:ext cx="3333750" cy="1238250"/>
          </a:xfrm>
          <a:prstGeom xmlns:a="http://schemas.openxmlformats.org/drawingml/2006/main" prst="roundRect">
            <a:avLst>
              <a:gd name="adj" fmla="val 6154"/>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Được tạo</a:t>
            </a:r>
          </a:p>
        </p:txBody>
      </p:sp>
      <p:sp>
        <p:nvSpPr>
          <p:cNvPr id="26" name="Đang xử lý">
            <a:extLst xmlns:a="http://schemas.openxmlformats.org/drawingml/2006/main">
              <a:ext uri="{FF2B5EF4-FFF2-40B4-BE49-F238E27FC236}">
                <a16:creationId xmlns:a16="http://schemas.microsoft.com/office/drawing/2014/main" id="{2737C3B4-D6C3-4B53-B0A4-012E82327CB7}"/>
              </a:ext>
            </a:extLst>
          </p:cNvPr>
          <p:cNvSpPr>
            <a:spLocks xmlns:a="http://schemas.openxmlformats.org/drawingml/2006/main" noGrp="1"/>
          </p:cNvSpPr>
          <p:nvPr/>
        </p:nvSpPr>
        <p:spPr>
          <a:xfrm xmlns:a="http://schemas.openxmlformats.org/drawingml/2006/main">
            <a:off x="7239000" y="3429000"/>
            <a:ext cx="3714750" cy="1238250"/>
          </a:xfrm>
          <a:prstGeom xmlns:a="http://schemas.openxmlformats.org/drawingml/2006/main" prst="roundRect">
            <a:avLst>
              <a:gd name="adj" fmla="val 6154"/>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Đang xử lý</a:t>
            </a:r>
          </a:p>
        </p:txBody>
      </p:sp>
      <p:sp>
        <p:nvSpPr>
          <p:cNvPr id="27" name="Sẵn sàng">
            <a:extLst xmlns:a="http://schemas.openxmlformats.org/drawingml/2006/main">
              <a:ext uri="{FF2B5EF4-FFF2-40B4-BE49-F238E27FC236}">
                <a16:creationId xmlns:a16="http://schemas.microsoft.com/office/drawing/2014/main" id="{AA298689-C1F4-40D9-BC33-A21AA20E8950}"/>
              </a:ext>
            </a:extLst>
          </p:cNvPr>
          <p:cNvSpPr>
            <a:spLocks xmlns:a="http://schemas.openxmlformats.org/drawingml/2006/main" noGrp="1"/>
          </p:cNvSpPr>
          <p:nvPr/>
        </p:nvSpPr>
        <p:spPr>
          <a:xfrm xmlns:a="http://schemas.openxmlformats.org/drawingml/2006/main">
            <a:off x="13906500" y="3429000"/>
            <a:ext cx="3333750" cy="1238250"/>
          </a:xfrm>
          <a:prstGeom xmlns:a="http://schemas.openxmlformats.org/drawingml/2006/main" prst="roundRect">
            <a:avLst>
              <a:gd name="adj" fmla="val 6154"/>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Sẵn sàng</a:t>
            </a:r>
          </a:p>
        </p:txBody>
      </p:sp>
      <p:sp>
        <p:nvSpPr>
          <p:cNvPr id="28" name="Thất bại">
            <a:extLst xmlns:a="http://schemas.openxmlformats.org/drawingml/2006/main">
              <a:ext uri="{FF2B5EF4-FFF2-40B4-BE49-F238E27FC236}">
                <a16:creationId xmlns:a16="http://schemas.microsoft.com/office/drawing/2014/main" id="{BDD24E5F-A689-4CA7-A4E4-A9CC2AA1E674}"/>
              </a:ext>
            </a:extLst>
          </p:cNvPr>
          <p:cNvSpPr>
            <a:spLocks xmlns:a="http://schemas.openxmlformats.org/drawingml/2006/main" noGrp="1"/>
          </p:cNvSpPr>
          <p:nvPr/>
        </p:nvSpPr>
        <p:spPr>
          <a:xfrm xmlns:a="http://schemas.openxmlformats.org/drawingml/2006/main">
            <a:off x="7239000" y="6953250"/>
            <a:ext cx="3714750" cy="1238250"/>
          </a:xfrm>
          <a:prstGeom xmlns:a="http://schemas.openxmlformats.org/drawingml/2006/main" prst="roundRect">
            <a:avLst>
              <a:gd name="adj" fmla="val 6154"/>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Thất bại</a:t>
            </a:r>
          </a:p>
        </p:txBody>
      </p:sp>
      <p:cxnSp>
        <p:nvCxnSpPr>
          <p:cNvPr id="54" name=""/>
          <p:cNvCxnSpPr>
            <a:stCxn xmlns:a="http://schemas.openxmlformats.org/drawingml/2006/main" id="25" idx="3"/>
            <a:endCxn xmlns:a="http://schemas.openxmlformats.org/drawingml/2006/main" id="26" idx="1"/>
          </p:cNvCxnSpPr>
          <p:nvPr/>
        </p:nvCxnSpPr>
        <p:spPr>
          <a:xfrm xmlns:a="http://schemas.openxmlformats.org/drawingml/2006/main">
            <a:off x="4381500" y="4048125"/>
            <a:ext cx="2857500"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0" name="Worker nhận command">
            <a:extLst xmlns:a="http://schemas.openxmlformats.org/drawingml/2006/main">
              <a:ext uri="{FF2B5EF4-FFF2-40B4-BE49-F238E27FC236}">
                <a16:creationId xmlns:a16="http://schemas.microsoft.com/office/drawing/2014/main" id="{959B41A3-2654-4D90-96AF-921E4C3CE20D}"/>
              </a:ext>
            </a:extLst>
          </p:cNvPr>
          <p:cNvSpPr>
            <a:spLocks xmlns:a="http://schemas.openxmlformats.org/drawingml/2006/main" noGrp="1"/>
          </p:cNvSpPr>
          <p:nvPr/>
        </p:nvSpPr>
        <p:spPr>
          <a:xfrm xmlns:a="http://schemas.openxmlformats.org/drawingml/2006/main">
            <a:off x="4381500" y="3000375"/>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Worker nhận command</a:t>
            </a:r>
          </a:p>
        </p:txBody>
      </p:sp>
      <p:cxnSp>
        <p:nvCxnSpPr>
          <p:cNvPr id="56" name=""/>
          <p:cNvCxnSpPr>
            <a:stCxn xmlns:a="http://schemas.openxmlformats.org/drawingml/2006/main" id="26" idx="3"/>
            <a:endCxn xmlns:a="http://schemas.openxmlformats.org/drawingml/2006/main" id="27" idx="1"/>
          </p:cNvCxnSpPr>
          <p:nvPr/>
        </p:nvCxnSpPr>
        <p:spPr>
          <a:xfrm xmlns:a="http://schemas.openxmlformats.org/drawingml/2006/main">
            <a:off x="10953750" y="4048125"/>
            <a:ext cx="2952750" cy="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2" name="Lưu nội dung / chỉ mục">
            <a:extLst xmlns:a="http://schemas.openxmlformats.org/drawingml/2006/main">
              <a:ext uri="{FF2B5EF4-FFF2-40B4-BE49-F238E27FC236}">
                <a16:creationId xmlns:a16="http://schemas.microsoft.com/office/drawing/2014/main" id="{E025EB6C-3A55-4C6D-AA16-B7ABA002B700}"/>
              </a:ext>
            </a:extLst>
          </p:cNvPr>
          <p:cNvSpPr>
            <a:spLocks xmlns:a="http://schemas.openxmlformats.org/drawingml/2006/main" noGrp="1"/>
          </p:cNvSpPr>
          <p:nvPr/>
        </p:nvSpPr>
        <p:spPr>
          <a:xfrm xmlns:a="http://schemas.openxmlformats.org/drawingml/2006/main">
            <a:off x="10953750" y="300037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Lưu nội dung / chỉ mục</a:t>
            </a:r>
          </a:p>
        </p:txBody>
      </p:sp>
      <p:cxnSp>
        <p:nvCxnSpPr>
          <p:cNvPr id="58" name=""/>
          <p:cNvCxnSpPr>
            <a:stCxn xmlns:a="http://schemas.openxmlformats.org/drawingml/2006/main" id="26" idx="2"/>
            <a:endCxn xmlns:a="http://schemas.openxmlformats.org/drawingml/2006/main" id="28" idx="0"/>
          </p:cNvCxnSpPr>
          <p:nvPr/>
        </p:nvCxnSpPr>
        <p:spPr>
          <a:xfrm xmlns:a="http://schemas.openxmlformats.org/drawingml/2006/main">
            <a:off x="9096375" y="4667250"/>
            <a:ext cx="0" cy="228600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4" name="Lỗi xử lý">
            <a:extLst xmlns:a="http://schemas.openxmlformats.org/drawingml/2006/main">
              <a:ext uri="{FF2B5EF4-FFF2-40B4-BE49-F238E27FC236}">
                <a16:creationId xmlns:a16="http://schemas.microsoft.com/office/drawing/2014/main" id="{B0E79485-7301-4696-AD92-A835931C3205}"/>
              </a:ext>
            </a:extLst>
          </p:cNvPr>
          <p:cNvSpPr>
            <a:spLocks xmlns:a="http://schemas.openxmlformats.org/drawingml/2006/main" noGrp="1"/>
          </p:cNvSpPr>
          <p:nvPr/>
        </p:nvSpPr>
        <p:spPr>
          <a:xfrm xmlns:a="http://schemas.openxmlformats.org/drawingml/2006/main">
            <a:off x="9048750" y="571500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Lỗi xử lý</a:t>
            </a:r>
          </a:p>
        </p:txBody>
      </p:sp>
      <p:cxnSp>
        <p:nvCxnSpPr>
          <p:cNvPr id="60" name=""/>
          <p:cNvCxnSpPr>
            <a:stCxn xmlns:a="http://schemas.openxmlformats.org/drawingml/2006/main" id="28" idx="1"/>
            <a:endCxn xmlns:a="http://schemas.openxmlformats.org/drawingml/2006/main" id="26" idx="1"/>
          </p:cNvCxnSpPr>
          <p:nvPr/>
        </p:nvCxnSpPr>
        <p:spPr>
          <a:xfrm xmlns:a="http://schemas.openxmlformats.org/drawingml/2006/main" flipV="1">
            <a:off x="7239000" y="4048125"/>
            <a:ext cx="0" cy="3524250"/>
          </a:xfrm>
          <a:prstGeom xmlns:a="http://schemas.openxmlformats.org/drawingml/2006/main" prst="straightConnector1">
            <a:avLst/>
          </a:prstGeom>
          <a:ln xmlns:a="http://schemas.openxmlformats.org/drawingml/2006/main" w="19050">
            <a:solidFill>
              <a:srgbClr val="0B1D38"/>
            </a:solidFill>
            <a:tailEnd type="triangle" w="med" len="med"/>
          </a:ln>
        </p:spPr>
      </p:cxnSp>
      <p:sp>
        <p:nvSpPr>
          <p:cNvPr id="36" name="Thử lại">
            <a:extLst xmlns:a="http://schemas.openxmlformats.org/drawingml/2006/main">
              <a:ext uri="{FF2B5EF4-FFF2-40B4-BE49-F238E27FC236}">
                <a16:creationId xmlns:a16="http://schemas.microsoft.com/office/drawing/2014/main" id="{C4EF8074-579D-4AAC-B00B-20443C9A0FB6}"/>
              </a:ext>
            </a:extLst>
          </p:cNvPr>
          <p:cNvSpPr>
            <a:spLocks xmlns:a="http://schemas.openxmlformats.org/drawingml/2006/main" noGrp="1"/>
          </p:cNvSpPr>
          <p:nvPr/>
        </p:nvSpPr>
        <p:spPr>
          <a:xfrm xmlns:a="http://schemas.openxmlformats.org/drawingml/2006/main">
            <a:off x="4667250" y="5572125"/>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Thử lại</a:t>
            </a:r>
          </a:p>
        </p:txBody>
      </p:sp>
      <p:sp>
        <p:nvSpPr>
          <p:cNvPr id="37" name="Đây là trạng thái nghiệp vụ suy ra từ Source và Command; không gi">
            <a:extLst xmlns:a="http://schemas.openxmlformats.org/drawingml/2006/main">
              <a:ext uri="{FF2B5EF4-FFF2-40B4-BE49-F238E27FC236}">
                <a16:creationId xmlns:a16="http://schemas.microsoft.com/office/drawing/2014/main" id="{596C62A5-2339-457A-AEB8-A6B017539C84}"/>
              </a:ext>
            </a:extLst>
          </p:cNvPr>
          <p:cNvSpPr>
            <a:spLocks xmlns:a="http://schemas.openxmlformats.org/drawingml/2006/main" noGrp="1"/>
          </p:cNvSpPr>
          <p:nvPr/>
        </p:nvSpPr>
        <p:spPr>
          <a:xfrm xmlns:a="http://schemas.openxmlformats.org/drawingml/2006/main">
            <a:off x="1095375" y="869632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8657D"/>
                </a:solidFill>
                <a:latin typeface="Arial"/>
                <a:ea typeface="Arial"/>
                <a:cs typeface="Arial"/>
              </a:defRPr>
            </a:pPr>
            <a:r>
              <a:rPr sz="2025" b="0">
                <a:solidFill>
                  <a:srgbClr val="58657D"/>
                </a:solidFill>
                <a:latin typeface="Arial"/>
                <a:ea typeface="Arial"/>
                <a:cs typeface="Arial"/>
              </a:rPr>
              <a:t>Đây là trạng thái nghiệp vụ suy ra từ Source và Command; không giả định có một trường source.status thống nhất.</a:t>
            </a:r>
          </a:p>
        </p:txBody>
      </p:sp>
    </p:spTree>
    <p:extLst>
      <p:ext uri="{BB962C8B-B14F-4D97-AF65-F5344CB8AC3E}">
        <p14:creationId xmlns:p14="http://schemas.microsoft.com/office/powerpoint/2010/main" val="1856122589"/>
      </p:ext>
    </p:extLst>
  </p:cSld>
</p:sld>
</file>

<file path=ppt/slides/slide16.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Từ lớp nghiệp vụ đến dữ liệu lưu trữ">
            <a:extLst xmlns:a="http://schemas.openxmlformats.org/drawingml/2006/main">
              <a:ext uri="{FF2B5EF4-FFF2-40B4-BE49-F238E27FC236}">
                <a16:creationId xmlns:a16="http://schemas.microsoft.com/office/drawing/2014/main" id="{E7898899-0772-4C72-9721-007F63889AE0}"/>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Từ lớp nghiệp vụ đến dữ liệu lưu trữ</a:t>
            </a:r>
          </a:p>
        </p:txBody>
      </p:sp>
      <p:sp>
        <p:nvSpPr>
          <p:cNvPr id="22" name="LƯU TRỮ">
            <a:extLst xmlns:a="http://schemas.openxmlformats.org/drawingml/2006/main">
              <a:ext uri="{FF2B5EF4-FFF2-40B4-BE49-F238E27FC236}">
                <a16:creationId xmlns:a16="http://schemas.microsoft.com/office/drawing/2014/main" id="{E18818E9-BCBD-4838-AF66-AC050336518D}"/>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LƯU TRỮ</a:t>
            </a:r>
          </a:p>
        </p:txBody>
      </p:sp>
      <p:sp>
        <p:nvSpPr>
          <p:cNvPr id="23" name="NotebookE / Phân tích &amp; thiết kế">
            <a:extLst xmlns:a="http://schemas.openxmlformats.org/drawingml/2006/main">
              <a:ext uri="{FF2B5EF4-FFF2-40B4-BE49-F238E27FC236}">
                <a16:creationId xmlns:a16="http://schemas.microsoft.com/office/drawing/2014/main" id="{4793EFC8-EF1C-4C1E-8805-991E430ECF1E}"/>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16 / 20">
            <a:extLst xmlns:a="http://schemas.openxmlformats.org/drawingml/2006/main">
              <a:ext uri="{FF2B5EF4-FFF2-40B4-BE49-F238E27FC236}">
                <a16:creationId xmlns:a16="http://schemas.microsoft.com/office/drawing/2014/main" id="{68253047-3635-43E8-8557-D7A46B6A5570}"/>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16 / 20</a:t>
            </a:r>
          </a:p>
        </p:txBody>
      </p:sp>
      <p:sp>
        <p:nvSpPr>
          <p:cNvPr id="25" name="">
            <a:extLst xmlns:a="http://schemas.openxmlformats.org/drawingml/2006/main">
              <a:ext uri="{FF2B5EF4-FFF2-40B4-BE49-F238E27FC236}">
                <a16:creationId xmlns:a16="http://schemas.microsoft.com/office/drawing/2014/main" id="{CC0313BA-FB93-477A-913E-DA630DED7F45}"/>
              </a:ext>
            </a:extLst>
          </p:cNvPr>
          <p:cNvSpPr>
            <a:spLocks xmlns:a="http://schemas.openxmlformats.org/drawingml/2006/main" noGrp="1"/>
          </p:cNvSpPr>
          <p:nvPr/>
        </p:nvSpPr>
        <p:spPr>
          <a:xfrm xmlns:a="http://schemas.openxmlformats.org/drawingml/2006/main">
            <a:off x="1047750" y="2667000"/>
            <a:ext cx="4857750" cy="4762500"/>
          </a:xfrm>
          <a:prstGeom xmlns:a="http://schemas.openxmlformats.org/drawingml/2006/main" prst="roundRect">
            <a:avLst>
              <a:gd name="adj" fmla="val 1600"/>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26" name="01">
            <a:extLst xmlns:a="http://schemas.openxmlformats.org/drawingml/2006/main">
              <a:ext uri="{FF2B5EF4-FFF2-40B4-BE49-F238E27FC236}">
                <a16:creationId xmlns:a16="http://schemas.microsoft.com/office/drawing/2014/main" id="{784BD6CD-CC94-4712-9D69-99149B3E4D77}"/>
              </a:ext>
            </a:extLst>
          </p:cNvPr>
          <p:cNvSpPr>
            <a:spLocks xmlns:a="http://schemas.openxmlformats.org/drawingml/2006/main" noGrp="1"/>
          </p:cNvSpPr>
          <p:nvPr/>
        </p:nvSpPr>
        <p:spPr>
          <a:xfrm xmlns:a="http://schemas.openxmlformats.org/drawingml/2006/main">
            <a:off x="1333500" y="290512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75" b="1">
                <a:solidFill>
                  <a:srgbClr val="A2ADD9"/>
                </a:solidFill>
                <a:latin typeface="Arial"/>
                <a:ea typeface="Arial"/>
                <a:cs typeface="Arial"/>
              </a:defRPr>
            </a:pPr>
            <a:r>
              <a:rPr sz="4275" b="1">
                <a:solidFill>
                  <a:srgbClr val="A2ADD9"/>
                </a:solidFill>
                <a:latin typeface="Arial"/>
                <a:ea typeface="Arial"/>
                <a:cs typeface="Arial"/>
              </a:rPr>
              <a:t>01</a:t>
            </a:r>
          </a:p>
        </p:txBody>
      </p:sp>
      <p:sp>
        <p:nvSpPr>
          <p:cNvPr id="27" name="Bản ghi &amp; quan hệ">
            <a:extLst xmlns:a="http://schemas.openxmlformats.org/drawingml/2006/main">
              <a:ext uri="{FF2B5EF4-FFF2-40B4-BE49-F238E27FC236}">
                <a16:creationId xmlns:a16="http://schemas.microsoft.com/office/drawing/2014/main" id="{9318971F-8072-4FAB-82A8-A63CC749AE04}"/>
              </a:ext>
            </a:extLst>
          </p:cNvPr>
          <p:cNvSpPr>
            <a:spLocks xmlns:a="http://schemas.openxmlformats.org/drawingml/2006/main" noGrp="1"/>
          </p:cNvSpPr>
          <p:nvPr/>
        </p:nvSpPr>
        <p:spPr>
          <a:xfrm xmlns:a="http://schemas.openxmlformats.org/drawingml/2006/main">
            <a:off x="1333500" y="37623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B1D38"/>
                </a:solidFill>
                <a:latin typeface="Arial"/>
                <a:ea typeface="Arial"/>
                <a:cs typeface="Arial"/>
              </a:defRPr>
            </a:pPr>
            <a:r>
              <a:rPr sz="2700" b="1">
                <a:solidFill>
                  <a:srgbClr val="0B1D38"/>
                </a:solidFill>
                <a:latin typeface="Arial"/>
                <a:ea typeface="Arial"/>
                <a:cs typeface="Arial"/>
              </a:rPr>
              <a:t>Bản ghi &amp; quan hệ</a:t>
            </a:r>
          </a:p>
        </p:txBody>
      </p:sp>
      <p:sp>
        <p:nvSpPr>
          <p:cNvPr id="28" name="Lớp → bảng / record&#10;Thuộc tính → field&#10;Đối tượng → record ID&#10;M:n ">
            <a:extLst xmlns:a="http://schemas.openxmlformats.org/drawingml/2006/main">
              <a:ext uri="{FF2B5EF4-FFF2-40B4-BE49-F238E27FC236}">
                <a16:creationId xmlns:a16="http://schemas.microsoft.com/office/drawing/2014/main" id="{66078D27-B814-4AF5-9B32-88068B66085B}"/>
              </a:ext>
            </a:extLst>
          </p:cNvPr>
          <p:cNvSpPr>
            <a:spLocks xmlns:a="http://schemas.openxmlformats.org/drawingml/2006/main" noGrp="1"/>
          </p:cNvSpPr>
          <p:nvPr/>
        </p:nvSpPr>
        <p:spPr>
          <a:xfrm xmlns:a="http://schemas.openxmlformats.org/drawingml/2006/main">
            <a:off x="1333500" y="4953000"/>
            <a:ext cx="4286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Lớp → bảng / record</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Thuộc tính → field</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Đối tượng → record ID</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M:n → graph relation</a:t>
            </a:r>
          </a:p>
        </p:txBody>
      </p:sp>
      <p:sp>
        <p:nvSpPr>
          <p:cNvPr id="29" name="">
            <a:extLst xmlns:a="http://schemas.openxmlformats.org/drawingml/2006/main">
              <a:ext uri="{FF2B5EF4-FFF2-40B4-BE49-F238E27FC236}">
                <a16:creationId xmlns:a16="http://schemas.microsoft.com/office/drawing/2014/main" id="{4BABDA26-4DD3-4D51-8A95-6AFA5EAE7631}"/>
              </a:ext>
            </a:extLst>
          </p:cNvPr>
          <p:cNvSpPr>
            <a:spLocks xmlns:a="http://schemas.openxmlformats.org/drawingml/2006/main" noGrp="1"/>
          </p:cNvSpPr>
          <p:nvPr/>
        </p:nvSpPr>
        <p:spPr>
          <a:xfrm xmlns:a="http://schemas.openxmlformats.org/drawingml/2006/main">
            <a:off x="6715125" y="2667000"/>
            <a:ext cx="4857750" cy="4762500"/>
          </a:xfrm>
          <a:prstGeom xmlns:a="http://schemas.openxmlformats.org/drawingml/2006/main" prst="roundRect">
            <a:avLst>
              <a:gd name="adj" fmla="val 1600"/>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0" name="02">
            <a:extLst xmlns:a="http://schemas.openxmlformats.org/drawingml/2006/main">
              <a:ext uri="{FF2B5EF4-FFF2-40B4-BE49-F238E27FC236}">
                <a16:creationId xmlns:a16="http://schemas.microsoft.com/office/drawing/2014/main" id="{2530B2F6-1969-495F-806A-36C04312E597}"/>
              </a:ext>
            </a:extLst>
          </p:cNvPr>
          <p:cNvSpPr>
            <a:spLocks xmlns:a="http://schemas.openxmlformats.org/drawingml/2006/main" noGrp="1"/>
          </p:cNvSpPr>
          <p:nvPr/>
        </p:nvSpPr>
        <p:spPr>
          <a:xfrm xmlns:a="http://schemas.openxmlformats.org/drawingml/2006/main">
            <a:off x="7000875" y="290512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75" b="1">
                <a:solidFill>
                  <a:srgbClr val="A2ADD9"/>
                </a:solidFill>
                <a:latin typeface="Arial"/>
                <a:ea typeface="Arial"/>
                <a:cs typeface="Arial"/>
              </a:defRPr>
            </a:pPr>
            <a:r>
              <a:rPr sz="4275" b="1">
                <a:solidFill>
                  <a:srgbClr val="A2ADD9"/>
                </a:solidFill>
                <a:latin typeface="Arial"/>
                <a:ea typeface="Arial"/>
                <a:cs typeface="Arial"/>
              </a:rPr>
              <a:t>02</a:t>
            </a:r>
          </a:p>
        </p:txBody>
      </p:sp>
      <p:sp>
        <p:nvSpPr>
          <p:cNvPr id="31" name="SurrealDB">
            <a:extLst xmlns:a="http://schemas.openxmlformats.org/drawingml/2006/main">
              <a:ext uri="{FF2B5EF4-FFF2-40B4-BE49-F238E27FC236}">
                <a16:creationId xmlns:a16="http://schemas.microsoft.com/office/drawing/2014/main" id="{544AF6D0-3B1C-47C3-94D0-B8CC6526B608}"/>
              </a:ext>
            </a:extLst>
          </p:cNvPr>
          <p:cNvSpPr>
            <a:spLocks xmlns:a="http://schemas.openxmlformats.org/drawingml/2006/main" noGrp="1"/>
          </p:cNvSpPr>
          <p:nvPr/>
        </p:nvSpPr>
        <p:spPr>
          <a:xfrm xmlns:a="http://schemas.openxmlformats.org/drawingml/2006/main">
            <a:off x="7000875" y="37623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B1D38"/>
                </a:solidFill>
                <a:latin typeface="Arial"/>
                <a:ea typeface="Arial"/>
                <a:cs typeface="Arial"/>
              </a:defRPr>
            </a:pPr>
            <a:r>
              <a:rPr sz="2700" b="1">
                <a:solidFill>
                  <a:srgbClr val="0B1D38"/>
                </a:solidFill>
                <a:latin typeface="Arial"/>
                <a:ea typeface="Arial"/>
                <a:cs typeface="Arial"/>
              </a:rPr>
              <a:t>SurrealDB</a:t>
            </a:r>
          </a:p>
        </p:txBody>
      </p:sp>
      <p:sp>
        <p:nvSpPr>
          <p:cNvPr id="32" name="Notebook, source, note, chat&#10;Vector + tìm kiếm toàn văn&#10;Model, cr">
            <a:extLst xmlns:a="http://schemas.openxmlformats.org/drawingml/2006/main">
              <a:ext uri="{FF2B5EF4-FFF2-40B4-BE49-F238E27FC236}">
                <a16:creationId xmlns:a16="http://schemas.microsoft.com/office/drawing/2014/main" id="{51CDC990-DB3F-49C4-B78C-A14ADF1BA20A}"/>
              </a:ext>
            </a:extLst>
          </p:cNvPr>
          <p:cNvSpPr>
            <a:spLocks xmlns:a="http://schemas.openxmlformats.org/drawingml/2006/main" noGrp="1"/>
          </p:cNvSpPr>
          <p:nvPr/>
        </p:nvSpPr>
        <p:spPr>
          <a:xfrm xmlns:a="http://schemas.openxmlformats.org/drawingml/2006/main">
            <a:off x="7000875" y="4953000"/>
            <a:ext cx="4286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Notebook, source, note, chat</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Vector + tìm kiếm toàn văn</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Model, credential, profile</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Episode và command</a:t>
            </a:r>
          </a:p>
        </p:txBody>
      </p:sp>
      <p:sp>
        <p:nvSpPr>
          <p:cNvPr id="33" name="">
            <a:extLst xmlns:a="http://schemas.openxmlformats.org/drawingml/2006/main">
              <a:ext uri="{FF2B5EF4-FFF2-40B4-BE49-F238E27FC236}">
                <a16:creationId xmlns:a16="http://schemas.microsoft.com/office/drawing/2014/main" id="{D62AC8F8-CFB7-42BC-9F79-68F35B17E7B0}"/>
              </a:ext>
            </a:extLst>
          </p:cNvPr>
          <p:cNvSpPr>
            <a:spLocks xmlns:a="http://schemas.openxmlformats.org/drawingml/2006/main" noGrp="1"/>
          </p:cNvSpPr>
          <p:nvPr/>
        </p:nvSpPr>
        <p:spPr>
          <a:xfrm xmlns:a="http://schemas.openxmlformats.org/drawingml/2006/main">
            <a:off x="12382500" y="2667000"/>
            <a:ext cx="4857750" cy="4762500"/>
          </a:xfrm>
          <a:prstGeom xmlns:a="http://schemas.openxmlformats.org/drawingml/2006/main" prst="roundRect">
            <a:avLst>
              <a:gd name="adj" fmla="val 1600"/>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4" name="03">
            <a:extLst xmlns:a="http://schemas.openxmlformats.org/drawingml/2006/main">
              <a:ext uri="{FF2B5EF4-FFF2-40B4-BE49-F238E27FC236}">
                <a16:creationId xmlns:a16="http://schemas.microsoft.com/office/drawing/2014/main" id="{1B8347B0-D30C-46EA-8169-01E241FFFAAB}"/>
              </a:ext>
            </a:extLst>
          </p:cNvPr>
          <p:cNvSpPr>
            <a:spLocks xmlns:a="http://schemas.openxmlformats.org/drawingml/2006/main" noGrp="1"/>
          </p:cNvSpPr>
          <p:nvPr/>
        </p:nvSpPr>
        <p:spPr>
          <a:xfrm xmlns:a="http://schemas.openxmlformats.org/drawingml/2006/main">
            <a:off x="12668250" y="290512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75" b="1">
                <a:solidFill>
                  <a:srgbClr val="A2ADD9"/>
                </a:solidFill>
                <a:latin typeface="Arial"/>
                <a:ea typeface="Arial"/>
                <a:cs typeface="Arial"/>
              </a:defRPr>
            </a:pPr>
            <a:r>
              <a:rPr sz="4275" b="1">
                <a:solidFill>
                  <a:srgbClr val="A2ADD9"/>
                </a:solidFill>
                <a:latin typeface="Arial"/>
                <a:ea typeface="Arial"/>
                <a:cs typeface="Arial"/>
              </a:rPr>
              <a:t>03</a:t>
            </a:r>
          </a:p>
        </p:txBody>
      </p:sp>
      <p:sp>
        <p:nvSpPr>
          <p:cNvPr id="35" name="DB cùng hệ thống tệp">
            <a:extLst xmlns:a="http://schemas.openxmlformats.org/drawingml/2006/main">
              <a:ext uri="{FF2B5EF4-FFF2-40B4-BE49-F238E27FC236}">
                <a16:creationId xmlns:a16="http://schemas.microsoft.com/office/drawing/2014/main" id="{0879EA1A-5E47-4C42-B485-98BDD27C167B}"/>
              </a:ext>
            </a:extLst>
          </p:cNvPr>
          <p:cNvSpPr>
            <a:spLocks xmlns:a="http://schemas.openxmlformats.org/drawingml/2006/main" noGrp="1"/>
          </p:cNvSpPr>
          <p:nvPr/>
        </p:nvSpPr>
        <p:spPr>
          <a:xfrm xmlns:a="http://schemas.openxmlformats.org/drawingml/2006/main">
            <a:off x="12668250" y="37623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B1D38"/>
                </a:solidFill>
                <a:latin typeface="Arial"/>
                <a:ea typeface="Arial"/>
                <a:cs typeface="Arial"/>
              </a:defRPr>
            </a:pPr>
            <a:r>
              <a:rPr sz="2700" b="1">
                <a:solidFill>
                  <a:srgbClr val="0B1D38"/>
                </a:solidFill>
                <a:latin typeface="Arial"/>
                <a:ea typeface="Arial"/>
                <a:cs typeface="Arial"/>
              </a:rPr>
              <a:t>DB cùng hệ thống tệp</a:t>
            </a:r>
          </a:p>
        </p:txBody>
      </p:sp>
      <p:sp>
        <p:nvSpPr>
          <p:cNvPr id="36" name="Tệp upload và nguồn gốc&#10;Podcast, video, ảnh tạm&#10;DB giữ đường dẫn ">
            <a:extLst xmlns:a="http://schemas.openxmlformats.org/drawingml/2006/main">
              <a:ext uri="{FF2B5EF4-FFF2-40B4-BE49-F238E27FC236}">
                <a16:creationId xmlns:a16="http://schemas.microsoft.com/office/drawing/2014/main" id="{DFC6FBED-BBF1-4A5F-B061-C36E10FEE4B2}"/>
              </a:ext>
            </a:extLst>
          </p:cNvPr>
          <p:cNvSpPr>
            <a:spLocks xmlns:a="http://schemas.openxmlformats.org/drawingml/2006/main" noGrp="1"/>
          </p:cNvSpPr>
          <p:nvPr/>
        </p:nvSpPr>
        <p:spPr>
          <a:xfrm xmlns:a="http://schemas.openxmlformats.org/drawingml/2006/main">
            <a:off x="12668250" y="4953000"/>
            <a:ext cx="4286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Tệp upload và nguồn gốc</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Podcast, video, ảnh tạm</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DB giữ đường dẫn / metadata</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Sao lưu cả DB và tệp</a:t>
            </a:r>
          </a:p>
        </p:txBody>
      </p:sp>
      <p:sp>
        <p:nvSpPr>
          <p:cNvPr id="37" name="Object/array dùng cho dữ liệu lồng nhau. Credential mã hóa cần kh">
            <a:extLst xmlns:a="http://schemas.openxmlformats.org/drawingml/2006/main">
              <a:ext uri="{FF2B5EF4-FFF2-40B4-BE49-F238E27FC236}">
                <a16:creationId xmlns:a16="http://schemas.microsoft.com/office/drawing/2014/main" id="{5DE71EFC-056B-49DA-B74C-08DB34832816}"/>
              </a:ext>
            </a:extLst>
          </p:cNvPr>
          <p:cNvSpPr>
            <a:spLocks xmlns:a="http://schemas.openxmlformats.org/drawingml/2006/main" noGrp="1"/>
          </p:cNvSpPr>
          <p:nvPr/>
        </p:nvSpPr>
        <p:spPr>
          <a:xfrm xmlns:a="http://schemas.openxmlformats.org/drawingml/2006/main">
            <a:off x="1095375" y="869632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8657D"/>
                </a:solidFill>
                <a:latin typeface="Arial"/>
                <a:ea typeface="Arial"/>
                <a:cs typeface="Arial"/>
              </a:defRPr>
            </a:pPr>
            <a:r>
              <a:rPr sz="2025" b="0">
                <a:solidFill>
                  <a:srgbClr val="58657D"/>
                </a:solidFill>
                <a:latin typeface="Arial"/>
                <a:ea typeface="Arial"/>
                <a:cs typeface="Arial"/>
              </a:rPr>
              <a:t>Object/array dùng cho dữ liệu lồng nhau. Credential mã hóa cần khóa hệ thống; không trình bày thông tin xác thực thật.</a:t>
            </a:r>
          </a:p>
        </p:txBody>
      </p:sp>
    </p:spTree>
    <p:extLst>
      <p:ext uri="{BB962C8B-B14F-4D97-AF65-F5344CB8AC3E}">
        <p14:creationId xmlns:p14="http://schemas.microsoft.com/office/powerpoint/2010/main" val="1856122589"/>
      </p:ext>
    </p:extLst>
  </p:cSld>
</p:sld>
</file>

<file path=ppt/slides/slide17.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ERD lõi &amp; mở rộng AI / media">
            <a:extLst xmlns:a="http://schemas.openxmlformats.org/drawingml/2006/main">
              <a:ext uri="{FF2B5EF4-FFF2-40B4-BE49-F238E27FC236}">
                <a16:creationId xmlns:a16="http://schemas.microsoft.com/office/drawing/2014/main" id="{C2DD7DC7-7FE5-4358-9031-7F52F9461AD9}"/>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ERD lõi &amp; mở rộng AI / media</a:t>
            </a:r>
          </a:p>
        </p:txBody>
      </p:sp>
      <p:sp>
        <p:nvSpPr>
          <p:cNvPr id="22" name="LƯU TRỮ">
            <a:extLst xmlns:a="http://schemas.openxmlformats.org/drawingml/2006/main">
              <a:ext uri="{FF2B5EF4-FFF2-40B4-BE49-F238E27FC236}">
                <a16:creationId xmlns:a16="http://schemas.microsoft.com/office/drawing/2014/main" id="{E43D5605-86E3-4039-AD5F-52D29C46B335}"/>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LƯU TRỮ</a:t>
            </a:r>
          </a:p>
        </p:txBody>
      </p:sp>
      <p:sp>
        <p:nvSpPr>
          <p:cNvPr id="23" name="NotebookE / Phân tích &amp; thiết kế">
            <a:extLst xmlns:a="http://schemas.openxmlformats.org/drawingml/2006/main">
              <a:ext uri="{FF2B5EF4-FFF2-40B4-BE49-F238E27FC236}">
                <a16:creationId xmlns:a16="http://schemas.microsoft.com/office/drawing/2014/main" id="{80543EC9-807A-4C7F-BF6D-BED607005311}"/>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17 / 20">
            <a:extLst xmlns:a="http://schemas.openxmlformats.org/drawingml/2006/main">
              <a:ext uri="{FF2B5EF4-FFF2-40B4-BE49-F238E27FC236}">
                <a16:creationId xmlns:a16="http://schemas.microsoft.com/office/drawing/2014/main" id="{9B6F1FF1-E9EE-41F3-ABD4-E69CC0FE8EFC}"/>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17 / 20</a:t>
            </a:r>
          </a:p>
        </p:txBody>
      </p:sp>
      <p:sp>
        <p:nvSpPr>
          <p:cNvPr id="25" name="notebook&#10;id · name · description">
            <a:extLst xmlns:a="http://schemas.openxmlformats.org/drawingml/2006/main">
              <a:ext uri="{FF2B5EF4-FFF2-40B4-BE49-F238E27FC236}">
                <a16:creationId xmlns:a16="http://schemas.microsoft.com/office/drawing/2014/main" id="{0B9362DF-D179-43D4-B9F4-CE25E083B345}"/>
              </a:ext>
            </a:extLst>
          </p:cNvPr>
          <p:cNvSpPr>
            <a:spLocks xmlns:a="http://schemas.openxmlformats.org/drawingml/2006/main" noGrp="1"/>
          </p:cNvSpPr>
          <p:nvPr/>
        </p:nvSpPr>
        <p:spPr>
          <a:xfrm xmlns:a="http://schemas.openxmlformats.org/drawingml/2006/main">
            <a:off x="7000875" y="2428875"/>
            <a:ext cx="4286250" cy="1190625"/>
          </a:xfrm>
          <a:prstGeom xmlns:a="http://schemas.openxmlformats.org/drawingml/2006/main" prst="rect">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
            </a:r>
          </a:p>
        </p:txBody>
      </p:sp>
      <p:sp>
        <p:nvSpPr>
          <p:cNvPr id="26" name="source&#10;id · asset · full_text · command">
            <a:extLst xmlns:a="http://schemas.openxmlformats.org/drawingml/2006/main">
              <a:ext uri="{FF2B5EF4-FFF2-40B4-BE49-F238E27FC236}">
                <a16:creationId xmlns:a16="http://schemas.microsoft.com/office/drawing/2014/main" id="{35F9484D-8AE7-4214-B642-8F8B30193414}"/>
              </a:ext>
            </a:extLst>
          </p:cNvPr>
          <p:cNvSpPr>
            <a:spLocks xmlns:a="http://schemas.openxmlformats.org/drawingml/2006/main" noGrp="1"/>
          </p:cNvSpPr>
          <p:nvPr/>
        </p:nvSpPr>
        <p:spPr>
          <a:xfrm xmlns:a="http://schemas.openxmlformats.org/drawingml/2006/main">
            <a:off x="1047750" y="4619625"/>
            <a:ext cx="4572000" cy="1285875"/>
          </a:xfrm>
          <a:prstGeom xmlns:a="http://schemas.openxmlformats.org/drawingml/2006/main" prst="rect">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
            </a:r>
          </a:p>
        </p:txBody>
      </p:sp>
      <p:sp>
        <p:nvSpPr>
          <p:cNvPr id="27" name="note&#10;id · title · content">
            <a:extLst xmlns:a="http://schemas.openxmlformats.org/drawingml/2006/main">
              <a:ext uri="{FF2B5EF4-FFF2-40B4-BE49-F238E27FC236}">
                <a16:creationId xmlns:a16="http://schemas.microsoft.com/office/drawing/2014/main" id="{AA83CB51-2B1C-459D-B383-84C446FB87A6}"/>
              </a:ext>
            </a:extLst>
          </p:cNvPr>
          <p:cNvSpPr>
            <a:spLocks xmlns:a="http://schemas.openxmlformats.org/drawingml/2006/main" noGrp="1"/>
          </p:cNvSpPr>
          <p:nvPr/>
        </p:nvSpPr>
        <p:spPr>
          <a:xfrm xmlns:a="http://schemas.openxmlformats.org/drawingml/2006/main">
            <a:off x="7000875" y="4619625"/>
            <a:ext cx="4286250" cy="1285875"/>
          </a:xfrm>
          <a:prstGeom xmlns:a="http://schemas.openxmlformats.org/drawingml/2006/main" prst="rect">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
            </a:r>
          </a:p>
        </p:txBody>
      </p:sp>
      <p:sp>
        <p:nvSpPr>
          <p:cNvPr id="28" name="chat_session&#10;id · title · model_override">
            <a:extLst xmlns:a="http://schemas.openxmlformats.org/drawingml/2006/main">
              <a:ext uri="{FF2B5EF4-FFF2-40B4-BE49-F238E27FC236}">
                <a16:creationId xmlns:a16="http://schemas.microsoft.com/office/drawing/2014/main" id="{46B7267C-A226-4113-863A-55C3707EAC51}"/>
              </a:ext>
            </a:extLst>
          </p:cNvPr>
          <p:cNvSpPr>
            <a:spLocks xmlns:a="http://schemas.openxmlformats.org/drawingml/2006/main" noGrp="1"/>
          </p:cNvSpPr>
          <p:nvPr/>
        </p:nvSpPr>
        <p:spPr>
          <a:xfrm xmlns:a="http://schemas.openxmlformats.org/drawingml/2006/main">
            <a:off x="13049250" y="4619625"/>
            <a:ext cx="4286250" cy="1285875"/>
          </a:xfrm>
          <a:prstGeom xmlns:a="http://schemas.openxmlformats.org/drawingml/2006/main" prst="rect">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
            </a:r>
          </a:p>
        </p:txBody>
      </p:sp>
      <p:cxnSp>
        <p:nvCxnSpPr>
          <p:cNvPr id="74" name=""/>
          <p:cNvCxnSpPr>
            <a:stCxn xmlns:a="http://schemas.openxmlformats.org/drawingml/2006/main" id="26" idx="0"/>
            <a:endCxn xmlns:a="http://schemas.openxmlformats.org/drawingml/2006/main" id="25" idx="1"/>
          </p:cNvCxnSpPr>
          <p:nvPr/>
        </p:nvCxnSpPr>
        <p:spPr>
          <a:xfrm xmlns:a="http://schemas.openxmlformats.org/drawingml/2006/main" flipV="1">
            <a:off x="3333750" y="3024188"/>
            <a:ext cx="3667125" cy="1595438"/>
          </a:xfrm>
          <a:prstGeom xmlns:a="http://schemas.openxmlformats.org/drawingml/2006/main" prst="straightConnector1">
            <a:avLst/>
          </a:prstGeom>
          <a:ln xmlns:a="http://schemas.openxmlformats.org/drawingml/2006/main" w="19050">
            <a:solidFill>
              <a:srgbClr val="0B1D38"/>
            </a:solidFill>
            <a:tailEnd type="none" w="med" len="med"/>
          </a:ln>
        </p:spPr>
      </p:cxnSp>
      <p:sp>
        <p:nvSpPr>
          <p:cNvPr id="30" name="reference (m:n)">
            <a:extLst xmlns:a="http://schemas.openxmlformats.org/drawingml/2006/main">
              <a:ext uri="{FF2B5EF4-FFF2-40B4-BE49-F238E27FC236}">
                <a16:creationId xmlns:a16="http://schemas.microsoft.com/office/drawing/2014/main" id="{C5152E66-2B90-411F-B2B7-8687157C4FEC}"/>
              </a:ext>
            </a:extLst>
          </p:cNvPr>
          <p:cNvSpPr>
            <a:spLocks xmlns:a="http://schemas.openxmlformats.org/drawingml/2006/main" noGrp="1"/>
          </p:cNvSpPr>
          <p:nvPr/>
        </p:nvSpPr>
        <p:spPr>
          <a:xfrm xmlns:a="http://schemas.openxmlformats.org/drawingml/2006/main">
            <a:off x="2714625" y="381000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reference (m:n)</a:t>
            </a:r>
          </a:p>
        </p:txBody>
      </p:sp>
      <p:cxnSp>
        <p:nvCxnSpPr>
          <p:cNvPr id="76" name=""/>
          <p:cNvCxnSpPr>
            <a:stCxn xmlns:a="http://schemas.openxmlformats.org/drawingml/2006/main" id="27" idx="0"/>
            <a:endCxn xmlns:a="http://schemas.openxmlformats.org/drawingml/2006/main" id="25" idx="2"/>
          </p:cNvCxnSpPr>
          <p:nvPr/>
        </p:nvCxnSpPr>
        <p:spPr>
          <a:xfrm xmlns:a="http://schemas.openxmlformats.org/drawingml/2006/main" flipV="1">
            <a:off x="9144000" y="3619500"/>
            <a:ext cx="0" cy="1000125"/>
          </a:xfrm>
          <a:prstGeom xmlns:a="http://schemas.openxmlformats.org/drawingml/2006/main" prst="straightConnector1">
            <a:avLst/>
          </a:prstGeom>
          <a:ln xmlns:a="http://schemas.openxmlformats.org/drawingml/2006/main" w="19050">
            <a:solidFill>
              <a:srgbClr val="0B1D38"/>
            </a:solidFill>
            <a:tailEnd type="none" w="med" len="med"/>
          </a:ln>
        </p:spPr>
      </p:cxnSp>
      <p:sp>
        <p:nvSpPr>
          <p:cNvPr id="32" name="artifact (m:n)">
            <a:extLst xmlns:a="http://schemas.openxmlformats.org/drawingml/2006/main">
              <a:ext uri="{FF2B5EF4-FFF2-40B4-BE49-F238E27FC236}">
                <a16:creationId xmlns:a16="http://schemas.microsoft.com/office/drawing/2014/main" id="{21314FDD-7910-4051-AA40-2F2FD7673299}"/>
              </a:ext>
            </a:extLst>
          </p:cNvPr>
          <p:cNvSpPr>
            <a:spLocks xmlns:a="http://schemas.openxmlformats.org/drawingml/2006/main" noGrp="1"/>
          </p:cNvSpPr>
          <p:nvPr/>
        </p:nvSpPr>
        <p:spPr>
          <a:xfrm xmlns:a="http://schemas.openxmlformats.org/drawingml/2006/main">
            <a:off x="7334250" y="385762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artifact (m:n)</a:t>
            </a:r>
          </a:p>
        </p:txBody>
      </p:sp>
      <p:cxnSp>
        <p:nvCxnSpPr>
          <p:cNvPr id="78" name=""/>
          <p:cNvCxnSpPr>
            <a:stCxn xmlns:a="http://schemas.openxmlformats.org/drawingml/2006/main" id="28" idx="0"/>
            <a:endCxn xmlns:a="http://schemas.openxmlformats.org/drawingml/2006/main" id="25" idx="3"/>
          </p:cNvCxnSpPr>
          <p:nvPr/>
        </p:nvCxnSpPr>
        <p:spPr>
          <a:xfrm xmlns:a="http://schemas.openxmlformats.org/drawingml/2006/main" flipH="1" flipV="1">
            <a:off x="11287125" y="3024188"/>
            <a:ext cx="3905250" cy="1595438"/>
          </a:xfrm>
          <a:prstGeom xmlns:a="http://schemas.openxmlformats.org/drawingml/2006/main" prst="straightConnector1">
            <a:avLst/>
          </a:prstGeom>
          <a:ln xmlns:a="http://schemas.openxmlformats.org/drawingml/2006/main" w="19050">
            <a:solidFill>
              <a:srgbClr val="0B1D38"/>
            </a:solidFill>
            <a:tailEnd type="none" w="med" len="med"/>
          </a:ln>
        </p:spPr>
      </p:cxnSp>
      <p:sp>
        <p:nvSpPr>
          <p:cNvPr id="34" name="refers_to">
            <a:extLst xmlns:a="http://schemas.openxmlformats.org/drawingml/2006/main">
              <a:ext uri="{FF2B5EF4-FFF2-40B4-BE49-F238E27FC236}">
                <a16:creationId xmlns:a16="http://schemas.microsoft.com/office/drawing/2014/main" id="{A55356B2-12B0-4480-B00A-5FB758634FFA}"/>
              </a:ext>
            </a:extLst>
          </p:cNvPr>
          <p:cNvSpPr>
            <a:spLocks xmlns:a="http://schemas.openxmlformats.org/drawingml/2006/main" noGrp="1"/>
          </p:cNvSpPr>
          <p:nvPr/>
        </p:nvSpPr>
        <p:spPr>
          <a:xfrm xmlns:a="http://schemas.openxmlformats.org/drawingml/2006/main">
            <a:off x="12001500" y="3762375"/>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refers_to</a:t>
            </a:r>
          </a:p>
        </p:txBody>
      </p:sp>
      <p:sp>
        <p:nvSpPr>
          <p:cNvPr id="35" name="source_embedding / source_insight&#10;source_id · content · vector / ">
            <a:extLst xmlns:a="http://schemas.openxmlformats.org/drawingml/2006/main">
              <a:ext uri="{FF2B5EF4-FFF2-40B4-BE49-F238E27FC236}">
                <a16:creationId xmlns:a16="http://schemas.microsoft.com/office/drawing/2014/main" id="{A7628951-42A7-47C1-ADF5-04037F335706}"/>
              </a:ext>
            </a:extLst>
          </p:cNvPr>
          <p:cNvSpPr>
            <a:spLocks xmlns:a="http://schemas.openxmlformats.org/drawingml/2006/main" noGrp="1"/>
          </p:cNvSpPr>
          <p:nvPr/>
        </p:nvSpPr>
        <p:spPr>
          <a:xfrm xmlns:a="http://schemas.openxmlformats.org/drawingml/2006/main">
            <a:off x="1047750" y="7143750"/>
            <a:ext cx="7143750" cy="1095375"/>
          </a:xfrm>
          <a:prstGeom xmlns:a="http://schemas.openxmlformats.org/drawingml/2006/main" prst="rect">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pPr algn="ctr">
              <a:defRPr sz="2250">
                <a:solidFill>
                  <a:srgbClr val="0B1D38"/>
                </a:solidFill>
                <a:latin typeface="Arial"/>
                <a:ea typeface="Arial"/>
                <a:cs typeface="Arial"/>
              </a:defRPr>
            </a:pPr>
            <a:r>
              <a:rPr sz="2250">
                <a:solidFill>
                  <a:srgbClr val="0B1D38"/>
                </a:solidFill>
                <a:latin typeface="Arial"/>
                <a:ea typeface="Arial"/>
                <a:cs typeface="Arial"/>
              </a:rPr>
              <a:t/>
            </a:r>
          </a:p>
        </p:txBody>
      </p:sp>
      <p:cxnSp>
        <p:nvCxnSpPr>
          <p:cNvPr id="81" name=""/>
          <p:cNvCxnSpPr>
            <a:stCxn xmlns:a="http://schemas.openxmlformats.org/drawingml/2006/main" id="26" idx="2"/>
            <a:endCxn xmlns:a="http://schemas.openxmlformats.org/drawingml/2006/main" id="35" idx="0"/>
          </p:cNvCxnSpPr>
          <p:nvPr/>
        </p:nvCxnSpPr>
        <p:spPr>
          <a:xfrm xmlns:a="http://schemas.openxmlformats.org/drawingml/2006/main">
            <a:off x="3333750" y="5905500"/>
            <a:ext cx="1285875" cy="1238250"/>
          </a:xfrm>
          <a:prstGeom xmlns:a="http://schemas.openxmlformats.org/drawingml/2006/main" prst="straightConnector1">
            <a:avLst/>
          </a:prstGeom>
          <a:ln xmlns:a="http://schemas.openxmlformats.org/drawingml/2006/main" w="19050">
            <a:solidFill>
              <a:srgbClr val="0B1D38"/>
            </a:solidFill>
            <a:tailEnd type="none" w="med" len="med"/>
          </a:ln>
        </p:spPr>
      </p:cxnSp>
      <p:sp>
        <p:nvSpPr>
          <p:cNvPr id="37" name="source_id · 1:n">
            <a:extLst xmlns:a="http://schemas.openxmlformats.org/drawingml/2006/main">
              <a:ext uri="{FF2B5EF4-FFF2-40B4-BE49-F238E27FC236}">
                <a16:creationId xmlns:a16="http://schemas.microsoft.com/office/drawing/2014/main" id="{B1FF05F9-EF25-4166-BD16-E1803332FF35}"/>
              </a:ext>
            </a:extLst>
          </p:cNvPr>
          <p:cNvSpPr>
            <a:spLocks xmlns:a="http://schemas.openxmlformats.org/drawingml/2006/main" noGrp="1"/>
          </p:cNvSpPr>
          <p:nvPr/>
        </p:nvSpPr>
        <p:spPr>
          <a:xfrm xmlns:a="http://schemas.openxmlformats.org/drawingml/2006/main">
            <a:off x="2286000" y="626745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75" b="0">
                <a:solidFill>
                  <a:srgbClr val="58657D"/>
                </a:solidFill>
                <a:latin typeface="Arial"/>
                <a:ea typeface="Arial"/>
                <a:cs typeface="Arial"/>
              </a:defRPr>
            </a:pPr>
            <a:r>
              <a:rPr sz="1875" b="0">
                <a:solidFill>
                  <a:srgbClr val="58657D"/>
                </a:solidFill>
                <a:latin typeface="Arial"/>
                <a:ea typeface="Arial"/>
                <a:cs typeface="Arial"/>
              </a:rPr>
              <a:t>source_id · 1:n</a:t>
            </a:r>
          </a:p>
        </p:txBody>
      </p:sp>
      <p:sp>
        <p:nvSpPr>
          <p:cNvPr id="38" name="Mở rộng: model → credential&#10;transformation → model&#10;episode / vide">
            <a:extLst xmlns:a="http://schemas.openxmlformats.org/drawingml/2006/main">
              <a:ext uri="{FF2B5EF4-FFF2-40B4-BE49-F238E27FC236}">
                <a16:creationId xmlns:a16="http://schemas.microsoft.com/office/drawing/2014/main" id="{975C6633-EB9E-41A0-B627-189649736D3F}"/>
              </a:ext>
            </a:extLst>
          </p:cNvPr>
          <p:cNvSpPr>
            <a:spLocks xmlns:a="http://schemas.openxmlformats.org/drawingml/2006/main" noGrp="1"/>
          </p:cNvSpPr>
          <p:nvPr/>
        </p:nvSpPr>
        <p:spPr>
          <a:xfrm xmlns:a="http://schemas.openxmlformats.org/drawingml/2006/main">
            <a:off x="9906000" y="6905625"/>
            <a:ext cx="7239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
            </a:r>
          </a:p>
        </p:txBody>
      </p:sp>
      <p:sp>
        <p:nvSpPr>
          <p:cNvPr id="39" name="Storyboard là cấu trúc lồng trong video_episode, không có bảng VI">
            <a:extLst xmlns:a="http://schemas.openxmlformats.org/drawingml/2006/main">
              <a:ext uri="{FF2B5EF4-FFF2-40B4-BE49-F238E27FC236}">
                <a16:creationId xmlns:a16="http://schemas.microsoft.com/office/drawing/2014/main" id="{431213AC-4BA4-4740-B28F-0973864BAC04}"/>
              </a:ext>
            </a:extLst>
          </p:cNvPr>
          <p:cNvSpPr>
            <a:spLocks xmlns:a="http://schemas.openxmlformats.org/drawingml/2006/main" noGrp="1"/>
          </p:cNvSpPr>
          <p:nvPr/>
        </p:nvSpPr>
        <p:spPr>
          <a:xfrm xmlns:a="http://schemas.openxmlformats.org/drawingml/2006/main">
            <a:off x="1095375" y="869632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8657D"/>
                </a:solidFill>
                <a:latin typeface="Arial"/>
                <a:ea typeface="Arial"/>
                <a:cs typeface="Arial"/>
              </a:defRPr>
            </a:pPr>
            <a:r>
              <a:rPr sz="2025" b="0">
                <a:solidFill>
                  <a:srgbClr val="58657D"/>
                </a:solidFill>
                <a:latin typeface="Arial"/>
                <a:ea typeface="Arial"/>
                <a:cs typeface="Arial"/>
              </a:rPr>
              <a:t>Storyboard là cấu trúc lồng trong video_episode, không có bảng VIDEO_SCENE riêng. Xóa source kéo theo embedding / insight.</a:t>
            </a:r>
          </a:p>
        </p:txBody>
      </p:sp>
      <p:sp>
        <p:nvSpPr>
          <p:cNvPr id="40" name="notebook">
            <a:extLst xmlns:a="http://schemas.openxmlformats.org/drawingml/2006/main">
              <a:ext uri="{FF2B5EF4-FFF2-40B4-BE49-F238E27FC236}">
                <a16:creationId xmlns:a16="http://schemas.microsoft.com/office/drawing/2014/main" id="{0B5817A7-6B47-42A5-BCCB-FF8E49803E07}"/>
              </a:ext>
            </a:extLst>
          </p:cNvPr>
          <p:cNvSpPr>
            <a:spLocks xmlns:a="http://schemas.openxmlformats.org/drawingml/2006/main" noGrp="1"/>
          </p:cNvSpPr>
          <p:nvPr/>
        </p:nvSpPr>
        <p:spPr>
          <a:xfrm xmlns:a="http://schemas.openxmlformats.org/drawingml/2006/main">
            <a:off x="7096125" y="25050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75" b="1">
                <a:solidFill>
                  <a:srgbClr val="0B1D38"/>
                </a:solidFill>
                <a:latin typeface="Arial"/>
                <a:ea typeface="Arial"/>
                <a:cs typeface="Arial"/>
              </a:defRPr>
            </a:pPr>
            <a:r>
              <a:rPr sz="2175" b="1">
                <a:solidFill>
                  <a:srgbClr val="0B1D38"/>
                </a:solidFill>
                <a:latin typeface="Arial"/>
                <a:ea typeface="Arial"/>
                <a:cs typeface="Arial"/>
              </a:rPr>
              <a:t>notebook</a:t>
            </a:r>
          </a:p>
        </p:txBody>
      </p:sp>
      <p:sp>
        <p:nvSpPr>
          <p:cNvPr id="41" name="">
            <a:extLst xmlns:a="http://schemas.openxmlformats.org/drawingml/2006/main">
              <a:ext uri="{FF2B5EF4-FFF2-40B4-BE49-F238E27FC236}">
                <a16:creationId xmlns:a16="http://schemas.microsoft.com/office/drawing/2014/main" id="{1C6D44A0-93F9-41E7-B707-A9F7C9A593B6}"/>
              </a:ext>
            </a:extLst>
          </p:cNvPr>
          <p:cNvSpPr>
            <a:spLocks xmlns:a="http://schemas.openxmlformats.org/drawingml/2006/main" noGrp="1"/>
          </p:cNvSpPr>
          <p:nvPr/>
        </p:nvSpPr>
        <p:spPr>
          <a:xfrm xmlns:a="http://schemas.openxmlformats.org/drawingml/2006/main">
            <a:off x="7000875" y="2933700"/>
            <a:ext cx="4286250" cy="9525"/>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42" name="id · name · description">
            <a:extLst xmlns:a="http://schemas.openxmlformats.org/drawingml/2006/main">
              <a:ext uri="{FF2B5EF4-FFF2-40B4-BE49-F238E27FC236}">
                <a16:creationId xmlns:a16="http://schemas.microsoft.com/office/drawing/2014/main" id="{DFD0108C-5A7D-4FF6-80C2-38B5BD9A8250}"/>
              </a:ext>
            </a:extLst>
          </p:cNvPr>
          <p:cNvSpPr>
            <a:spLocks xmlns:a="http://schemas.openxmlformats.org/drawingml/2006/main" noGrp="1"/>
          </p:cNvSpPr>
          <p:nvPr/>
        </p:nvSpPr>
        <p:spPr>
          <a:xfrm xmlns:a="http://schemas.openxmlformats.org/drawingml/2006/main">
            <a:off x="7115175" y="3019425"/>
            <a:ext cx="4057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025" b="0">
                <a:solidFill>
                  <a:srgbClr val="0B1D38"/>
                </a:solidFill>
                <a:latin typeface="Arial"/>
                <a:ea typeface="Arial"/>
                <a:cs typeface="Arial"/>
              </a:defRPr>
            </a:pPr>
            <a:r>
              <a:rPr sz="2025" b="0">
                <a:solidFill>
                  <a:srgbClr val="0B1D38"/>
                </a:solidFill>
                <a:latin typeface="Arial"/>
                <a:ea typeface="Arial"/>
                <a:cs typeface="Arial"/>
              </a:rPr>
              <a:t>id · name · description</a:t>
            </a:r>
          </a:p>
        </p:txBody>
      </p:sp>
      <p:sp>
        <p:nvSpPr>
          <p:cNvPr id="43" name="source">
            <a:extLst xmlns:a="http://schemas.openxmlformats.org/drawingml/2006/main">
              <a:ext uri="{FF2B5EF4-FFF2-40B4-BE49-F238E27FC236}">
                <a16:creationId xmlns:a16="http://schemas.microsoft.com/office/drawing/2014/main" id="{78F4E5AC-ED13-4196-8B94-EFC6B5ADF1CB}"/>
              </a:ext>
            </a:extLst>
          </p:cNvPr>
          <p:cNvSpPr>
            <a:spLocks xmlns:a="http://schemas.openxmlformats.org/drawingml/2006/main" noGrp="1"/>
          </p:cNvSpPr>
          <p:nvPr/>
        </p:nvSpPr>
        <p:spPr>
          <a:xfrm xmlns:a="http://schemas.openxmlformats.org/drawingml/2006/main">
            <a:off x="1143000" y="4695825"/>
            <a:ext cx="438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75" b="1">
                <a:solidFill>
                  <a:srgbClr val="0B1D38"/>
                </a:solidFill>
                <a:latin typeface="Arial"/>
                <a:ea typeface="Arial"/>
                <a:cs typeface="Arial"/>
              </a:defRPr>
            </a:pPr>
            <a:r>
              <a:rPr sz="2175" b="1">
                <a:solidFill>
                  <a:srgbClr val="0B1D38"/>
                </a:solidFill>
                <a:latin typeface="Arial"/>
                <a:ea typeface="Arial"/>
                <a:cs typeface="Arial"/>
              </a:rPr>
              <a:t>source</a:t>
            </a:r>
          </a:p>
        </p:txBody>
      </p:sp>
      <p:sp>
        <p:nvSpPr>
          <p:cNvPr id="44" name="">
            <a:extLst xmlns:a="http://schemas.openxmlformats.org/drawingml/2006/main">
              <a:ext uri="{FF2B5EF4-FFF2-40B4-BE49-F238E27FC236}">
                <a16:creationId xmlns:a16="http://schemas.microsoft.com/office/drawing/2014/main" id="{55AA5C43-956C-42F8-9C4A-604112EAD53D}"/>
              </a:ext>
            </a:extLst>
          </p:cNvPr>
          <p:cNvSpPr>
            <a:spLocks xmlns:a="http://schemas.openxmlformats.org/drawingml/2006/main" noGrp="1"/>
          </p:cNvSpPr>
          <p:nvPr/>
        </p:nvSpPr>
        <p:spPr>
          <a:xfrm xmlns:a="http://schemas.openxmlformats.org/drawingml/2006/main">
            <a:off x="1047750" y="5124450"/>
            <a:ext cx="4572000" cy="9525"/>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45" name="id · asset · full_text · command">
            <a:extLst xmlns:a="http://schemas.openxmlformats.org/drawingml/2006/main">
              <a:ext uri="{FF2B5EF4-FFF2-40B4-BE49-F238E27FC236}">
                <a16:creationId xmlns:a16="http://schemas.microsoft.com/office/drawing/2014/main" id="{F2C9EE7E-6E96-44AB-9277-695397DAC86F}"/>
              </a:ext>
            </a:extLst>
          </p:cNvPr>
          <p:cNvSpPr>
            <a:spLocks xmlns:a="http://schemas.openxmlformats.org/drawingml/2006/main" noGrp="1"/>
          </p:cNvSpPr>
          <p:nvPr/>
        </p:nvSpPr>
        <p:spPr>
          <a:xfrm xmlns:a="http://schemas.openxmlformats.org/drawingml/2006/main">
            <a:off x="1162050" y="5210175"/>
            <a:ext cx="4343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025" b="0">
                <a:solidFill>
                  <a:srgbClr val="0B1D38"/>
                </a:solidFill>
                <a:latin typeface="Arial"/>
                <a:ea typeface="Arial"/>
                <a:cs typeface="Arial"/>
              </a:defRPr>
            </a:pPr>
            <a:r>
              <a:rPr sz="2025" b="0">
                <a:solidFill>
                  <a:srgbClr val="0B1D38"/>
                </a:solidFill>
                <a:latin typeface="Arial"/>
                <a:ea typeface="Arial"/>
                <a:cs typeface="Arial"/>
              </a:rPr>
              <a:t>id · asset · full_text · command</a:t>
            </a:r>
          </a:p>
        </p:txBody>
      </p:sp>
      <p:sp>
        <p:nvSpPr>
          <p:cNvPr id="46" name="note">
            <a:extLst xmlns:a="http://schemas.openxmlformats.org/drawingml/2006/main">
              <a:ext uri="{FF2B5EF4-FFF2-40B4-BE49-F238E27FC236}">
                <a16:creationId xmlns:a16="http://schemas.microsoft.com/office/drawing/2014/main" id="{EB97DD04-152C-4111-BF36-3AECF676DD3E}"/>
              </a:ext>
            </a:extLst>
          </p:cNvPr>
          <p:cNvSpPr>
            <a:spLocks xmlns:a="http://schemas.openxmlformats.org/drawingml/2006/main" noGrp="1"/>
          </p:cNvSpPr>
          <p:nvPr/>
        </p:nvSpPr>
        <p:spPr>
          <a:xfrm xmlns:a="http://schemas.openxmlformats.org/drawingml/2006/main">
            <a:off x="7096125" y="46958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75" b="1">
                <a:solidFill>
                  <a:srgbClr val="0B1D38"/>
                </a:solidFill>
                <a:latin typeface="Arial"/>
                <a:ea typeface="Arial"/>
                <a:cs typeface="Arial"/>
              </a:defRPr>
            </a:pPr>
            <a:r>
              <a:rPr sz="2175" b="1">
                <a:solidFill>
                  <a:srgbClr val="0B1D38"/>
                </a:solidFill>
                <a:latin typeface="Arial"/>
                <a:ea typeface="Arial"/>
                <a:cs typeface="Arial"/>
              </a:rPr>
              <a:t>note</a:t>
            </a:r>
          </a:p>
        </p:txBody>
      </p:sp>
      <p:sp>
        <p:nvSpPr>
          <p:cNvPr id="47" name="">
            <a:extLst xmlns:a="http://schemas.openxmlformats.org/drawingml/2006/main">
              <a:ext uri="{FF2B5EF4-FFF2-40B4-BE49-F238E27FC236}">
                <a16:creationId xmlns:a16="http://schemas.microsoft.com/office/drawing/2014/main" id="{DDBA4D83-E858-463D-9EA9-3C673BE1D44B}"/>
              </a:ext>
            </a:extLst>
          </p:cNvPr>
          <p:cNvSpPr>
            <a:spLocks xmlns:a="http://schemas.openxmlformats.org/drawingml/2006/main" noGrp="1"/>
          </p:cNvSpPr>
          <p:nvPr/>
        </p:nvSpPr>
        <p:spPr>
          <a:xfrm xmlns:a="http://schemas.openxmlformats.org/drawingml/2006/main">
            <a:off x="7000875" y="5124450"/>
            <a:ext cx="4286250" cy="9525"/>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48" name="id · title · content">
            <a:extLst xmlns:a="http://schemas.openxmlformats.org/drawingml/2006/main">
              <a:ext uri="{FF2B5EF4-FFF2-40B4-BE49-F238E27FC236}">
                <a16:creationId xmlns:a16="http://schemas.microsoft.com/office/drawing/2014/main" id="{150EE220-5F9A-4B7D-94B0-03F6DD94AA28}"/>
              </a:ext>
            </a:extLst>
          </p:cNvPr>
          <p:cNvSpPr>
            <a:spLocks xmlns:a="http://schemas.openxmlformats.org/drawingml/2006/main" noGrp="1"/>
          </p:cNvSpPr>
          <p:nvPr/>
        </p:nvSpPr>
        <p:spPr>
          <a:xfrm xmlns:a="http://schemas.openxmlformats.org/drawingml/2006/main">
            <a:off x="7115175" y="5210175"/>
            <a:ext cx="4057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025" b="0">
                <a:solidFill>
                  <a:srgbClr val="0B1D38"/>
                </a:solidFill>
                <a:latin typeface="Arial"/>
                <a:ea typeface="Arial"/>
                <a:cs typeface="Arial"/>
              </a:defRPr>
            </a:pPr>
            <a:r>
              <a:rPr sz="2025" b="0">
                <a:solidFill>
                  <a:srgbClr val="0B1D38"/>
                </a:solidFill>
                <a:latin typeface="Arial"/>
                <a:ea typeface="Arial"/>
                <a:cs typeface="Arial"/>
              </a:rPr>
              <a:t>id · title · content</a:t>
            </a:r>
          </a:p>
        </p:txBody>
      </p:sp>
      <p:sp>
        <p:nvSpPr>
          <p:cNvPr id="49" name="chat_session">
            <a:extLst xmlns:a="http://schemas.openxmlformats.org/drawingml/2006/main">
              <a:ext uri="{FF2B5EF4-FFF2-40B4-BE49-F238E27FC236}">
                <a16:creationId xmlns:a16="http://schemas.microsoft.com/office/drawing/2014/main" id="{675B548F-0B11-4EFC-9310-59DA8E802EB6}"/>
              </a:ext>
            </a:extLst>
          </p:cNvPr>
          <p:cNvSpPr>
            <a:spLocks xmlns:a="http://schemas.openxmlformats.org/drawingml/2006/main" noGrp="1"/>
          </p:cNvSpPr>
          <p:nvPr/>
        </p:nvSpPr>
        <p:spPr>
          <a:xfrm xmlns:a="http://schemas.openxmlformats.org/drawingml/2006/main">
            <a:off x="13144500" y="46958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75" b="1">
                <a:solidFill>
                  <a:srgbClr val="0B1D38"/>
                </a:solidFill>
                <a:latin typeface="Arial"/>
                <a:ea typeface="Arial"/>
                <a:cs typeface="Arial"/>
              </a:defRPr>
            </a:pPr>
            <a:r>
              <a:rPr sz="2175" b="1">
                <a:solidFill>
                  <a:srgbClr val="0B1D38"/>
                </a:solidFill>
                <a:latin typeface="Arial"/>
                <a:ea typeface="Arial"/>
                <a:cs typeface="Arial"/>
              </a:rPr>
              <a:t>chat_session</a:t>
            </a:r>
          </a:p>
        </p:txBody>
      </p:sp>
      <p:sp>
        <p:nvSpPr>
          <p:cNvPr id="50" name="">
            <a:extLst xmlns:a="http://schemas.openxmlformats.org/drawingml/2006/main">
              <a:ext uri="{FF2B5EF4-FFF2-40B4-BE49-F238E27FC236}">
                <a16:creationId xmlns:a16="http://schemas.microsoft.com/office/drawing/2014/main" id="{A7667CC6-7F90-4A78-9CEF-7CE81D331C02}"/>
              </a:ext>
            </a:extLst>
          </p:cNvPr>
          <p:cNvSpPr>
            <a:spLocks xmlns:a="http://schemas.openxmlformats.org/drawingml/2006/main" noGrp="1"/>
          </p:cNvSpPr>
          <p:nvPr/>
        </p:nvSpPr>
        <p:spPr>
          <a:xfrm xmlns:a="http://schemas.openxmlformats.org/drawingml/2006/main">
            <a:off x="13049250" y="5124450"/>
            <a:ext cx="4286250" cy="9525"/>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51" name="id · title · model_override">
            <a:extLst xmlns:a="http://schemas.openxmlformats.org/drawingml/2006/main">
              <a:ext uri="{FF2B5EF4-FFF2-40B4-BE49-F238E27FC236}">
                <a16:creationId xmlns:a16="http://schemas.microsoft.com/office/drawing/2014/main" id="{8F1CA9DC-62AB-42EB-ACF4-0B7972C97C74}"/>
              </a:ext>
            </a:extLst>
          </p:cNvPr>
          <p:cNvSpPr>
            <a:spLocks xmlns:a="http://schemas.openxmlformats.org/drawingml/2006/main" noGrp="1"/>
          </p:cNvSpPr>
          <p:nvPr/>
        </p:nvSpPr>
        <p:spPr>
          <a:xfrm xmlns:a="http://schemas.openxmlformats.org/drawingml/2006/main">
            <a:off x="13163550" y="5210175"/>
            <a:ext cx="4057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025" b="0">
                <a:solidFill>
                  <a:srgbClr val="0B1D38"/>
                </a:solidFill>
                <a:latin typeface="Arial"/>
                <a:ea typeface="Arial"/>
                <a:cs typeface="Arial"/>
              </a:defRPr>
            </a:pPr>
            <a:r>
              <a:rPr sz="2025" b="0">
                <a:solidFill>
                  <a:srgbClr val="0B1D38"/>
                </a:solidFill>
                <a:latin typeface="Arial"/>
                <a:ea typeface="Arial"/>
                <a:cs typeface="Arial"/>
              </a:rPr>
              <a:t>id · title · model_override</a:t>
            </a:r>
          </a:p>
        </p:txBody>
      </p:sp>
      <p:sp>
        <p:nvSpPr>
          <p:cNvPr id="52" name="source_embedding / source_insight">
            <a:extLst xmlns:a="http://schemas.openxmlformats.org/drawingml/2006/main">
              <a:ext uri="{FF2B5EF4-FFF2-40B4-BE49-F238E27FC236}">
                <a16:creationId xmlns:a16="http://schemas.microsoft.com/office/drawing/2014/main" id="{560236E5-E994-46F1-85BB-89D823ABA092}"/>
              </a:ext>
            </a:extLst>
          </p:cNvPr>
          <p:cNvSpPr>
            <a:spLocks xmlns:a="http://schemas.openxmlformats.org/drawingml/2006/main" noGrp="1"/>
          </p:cNvSpPr>
          <p:nvPr/>
        </p:nvSpPr>
        <p:spPr>
          <a:xfrm xmlns:a="http://schemas.openxmlformats.org/drawingml/2006/main">
            <a:off x="1143000" y="7219950"/>
            <a:ext cx="695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75" b="1">
                <a:solidFill>
                  <a:srgbClr val="0B1D38"/>
                </a:solidFill>
                <a:latin typeface="Arial"/>
                <a:ea typeface="Arial"/>
                <a:cs typeface="Arial"/>
              </a:defRPr>
            </a:pPr>
            <a:r>
              <a:rPr sz="2175" b="1">
                <a:solidFill>
                  <a:srgbClr val="0B1D38"/>
                </a:solidFill>
                <a:latin typeface="Arial"/>
                <a:ea typeface="Arial"/>
                <a:cs typeface="Arial"/>
              </a:rPr>
              <a:t>source_embedding / source_insight</a:t>
            </a:r>
          </a:p>
        </p:txBody>
      </p:sp>
      <p:sp>
        <p:nvSpPr>
          <p:cNvPr id="53" name="">
            <a:extLst xmlns:a="http://schemas.openxmlformats.org/drawingml/2006/main">
              <a:ext uri="{FF2B5EF4-FFF2-40B4-BE49-F238E27FC236}">
                <a16:creationId xmlns:a16="http://schemas.microsoft.com/office/drawing/2014/main" id="{D4BFA1B7-F7C8-48B6-8E9B-404A53929FEE}"/>
              </a:ext>
            </a:extLst>
          </p:cNvPr>
          <p:cNvSpPr>
            <a:spLocks xmlns:a="http://schemas.openxmlformats.org/drawingml/2006/main" noGrp="1"/>
          </p:cNvSpPr>
          <p:nvPr/>
        </p:nvSpPr>
        <p:spPr>
          <a:xfrm xmlns:a="http://schemas.openxmlformats.org/drawingml/2006/main">
            <a:off x="1047750" y="7648575"/>
            <a:ext cx="7143750" cy="9525"/>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54" name="source_id · content · vector / insight">
            <a:extLst xmlns:a="http://schemas.openxmlformats.org/drawingml/2006/main">
              <a:ext uri="{FF2B5EF4-FFF2-40B4-BE49-F238E27FC236}">
                <a16:creationId xmlns:a16="http://schemas.microsoft.com/office/drawing/2014/main" id="{A235DAE6-493C-4136-B45B-74FA3AF43813}"/>
              </a:ext>
            </a:extLst>
          </p:cNvPr>
          <p:cNvSpPr>
            <a:spLocks xmlns:a="http://schemas.openxmlformats.org/drawingml/2006/main" noGrp="1"/>
          </p:cNvSpPr>
          <p:nvPr/>
        </p:nvSpPr>
        <p:spPr>
          <a:xfrm xmlns:a="http://schemas.openxmlformats.org/drawingml/2006/main">
            <a:off x="1162050" y="7734300"/>
            <a:ext cx="6915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025" b="0">
                <a:solidFill>
                  <a:srgbClr val="0B1D38"/>
                </a:solidFill>
                <a:latin typeface="Arial"/>
                <a:ea typeface="Arial"/>
                <a:cs typeface="Arial"/>
              </a:defRPr>
            </a:pPr>
            <a:r>
              <a:rPr sz="2025" b="0">
                <a:solidFill>
                  <a:srgbClr val="0B1D38"/>
                </a:solidFill>
                <a:latin typeface="Arial"/>
                <a:ea typeface="Arial"/>
                <a:cs typeface="Arial"/>
              </a:rPr>
              <a:t>source_id · content · vector / insight</a:t>
            </a:r>
          </a:p>
        </p:txBody>
      </p:sp>
      <p:sp>
        <p:nvSpPr>
          <p:cNvPr id="55" name="Mở rộng: model → credential">
            <a:extLst xmlns:a="http://schemas.openxmlformats.org/drawingml/2006/main">
              <a:ext uri="{FF2B5EF4-FFF2-40B4-BE49-F238E27FC236}">
                <a16:creationId xmlns:a16="http://schemas.microsoft.com/office/drawing/2014/main" id="{7DFED171-6357-4ABF-8CD2-A6BBF85BFF9F}"/>
              </a:ext>
            </a:extLst>
          </p:cNvPr>
          <p:cNvSpPr>
            <a:spLocks xmlns:a="http://schemas.openxmlformats.org/drawingml/2006/main" noGrp="1"/>
          </p:cNvSpPr>
          <p:nvPr/>
        </p:nvSpPr>
        <p:spPr>
          <a:xfrm xmlns:a="http://schemas.openxmlformats.org/drawingml/2006/main">
            <a:off x="10001250" y="6981825"/>
            <a:ext cx="704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75" b="1">
                <a:solidFill>
                  <a:srgbClr val="0B1D38"/>
                </a:solidFill>
                <a:latin typeface="Arial"/>
                <a:ea typeface="Arial"/>
                <a:cs typeface="Arial"/>
              </a:defRPr>
            </a:pPr>
            <a:r>
              <a:rPr sz="2175" b="1">
                <a:solidFill>
                  <a:srgbClr val="0B1D38"/>
                </a:solidFill>
                <a:latin typeface="Arial"/>
                <a:ea typeface="Arial"/>
                <a:cs typeface="Arial"/>
              </a:rPr>
              <a:t>Mở rộng: model → credential</a:t>
            </a:r>
          </a:p>
        </p:txBody>
      </p:sp>
      <p:sp>
        <p:nvSpPr>
          <p:cNvPr id="56" name="">
            <a:extLst xmlns:a="http://schemas.openxmlformats.org/drawingml/2006/main">
              <a:ext uri="{FF2B5EF4-FFF2-40B4-BE49-F238E27FC236}">
                <a16:creationId xmlns:a16="http://schemas.microsoft.com/office/drawing/2014/main" id="{37A1E520-6B3E-46B0-9918-A21DA92E440E}"/>
              </a:ext>
            </a:extLst>
          </p:cNvPr>
          <p:cNvSpPr>
            <a:spLocks xmlns:a="http://schemas.openxmlformats.org/drawingml/2006/main" noGrp="1"/>
          </p:cNvSpPr>
          <p:nvPr/>
        </p:nvSpPr>
        <p:spPr>
          <a:xfrm xmlns:a="http://schemas.openxmlformats.org/drawingml/2006/main">
            <a:off x="9906000" y="7410450"/>
            <a:ext cx="7239000" cy="9525"/>
          </a:xfrm>
          <a:prstGeom xmlns:a="http://schemas.openxmlformats.org/drawingml/2006/main" prst="rect">
            <a:avLst/>
          </a:prstGeom>
          <a:solidFill xmlns:a="http://schemas.openxmlformats.org/drawingml/2006/main">
            <a:srgbClr val="0B1D38"/>
          </a:solidFill>
          <a:ln xmlns:a="http://schemas.openxmlformats.org/drawingml/2006/main" w="0">
            <a:noFill/>
          </a:ln>
        </p:spPr>
      </p:sp>
      <p:sp>
        <p:nvSpPr>
          <p:cNvPr id="57" name="transformation → model&#10;episode / video_episode → notebook, comman">
            <a:extLst xmlns:a="http://schemas.openxmlformats.org/drawingml/2006/main">
              <a:ext uri="{FF2B5EF4-FFF2-40B4-BE49-F238E27FC236}">
                <a16:creationId xmlns:a16="http://schemas.microsoft.com/office/drawing/2014/main" id="{791A4572-9405-4A0A-8C78-613EB410AEDB}"/>
              </a:ext>
            </a:extLst>
          </p:cNvPr>
          <p:cNvSpPr>
            <a:spLocks xmlns:a="http://schemas.openxmlformats.org/drawingml/2006/main" noGrp="1"/>
          </p:cNvSpPr>
          <p:nvPr/>
        </p:nvSpPr>
        <p:spPr>
          <a:xfrm xmlns:a="http://schemas.openxmlformats.org/drawingml/2006/main">
            <a:off x="10020300" y="7496175"/>
            <a:ext cx="701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025" b="0">
                <a:solidFill>
                  <a:srgbClr val="0B1D38"/>
                </a:solidFill>
                <a:latin typeface="Arial"/>
                <a:ea typeface="Arial"/>
                <a:cs typeface="Arial"/>
              </a:defRPr>
            </a:pPr>
            <a:r>
              <a:rPr sz="2025" b="0">
                <a:solidFill>
                  <a:srgbClr val="0B1D38"/>
                </a:solidFill>
                <a:latin typeface="Arial"/>
                <a:ea typeface="Arial"/>
                <a:cs typeface="Arial"/>
              </a:rPr>
              <a:t>transformation → model</a:t>
            </a:r>
          </a:p>
          <a:p xmlns:a="http://schemas.openxmlformats.org/drawingml/2006/main">
            <a:pPr algn="ctr">
              <a:defRPr sz="2025" b="0">
                <a:solidFill>
                  <a:srgbClr val="0B1D38"/>
                </a:solidFill>
                <a:latin typeface="Arial"/>
                <a:ea typeface="Arial"/>
                <a:cs typeface="Arial"/>
              </a:defRPr>
            </a:pPr>
            <a:r>
              <a:rPr sz="2025" b="0">
                <a:solidFill>
                  <a:srgbClr val="0B1D38"/>
                </a:solidFill>
                <a:latin typeface="Arial"/>
                <a:ea typeface="Arial"/>
                <a:cs typeface="Arial"/>
              </a:rPr>
              <a:t>episode / video_episode → notebook, command</a:t>
            </a:r>
          </a:p>
        </p:txBody>
      </p:sp>
    </p:spTree>
    <p:extLst>
      <p:ext uri="{BB962C8B-B14F-4D97-AF65-F5344CB8AC3E}">
        <p14:creationId xmlns:p14="http://schemas.microsoft.com/office/powerpoint/2010/main" val="1856122589"/>
      </p:ext>
    </p:extLst>
  </p:cSld>
</p:sld>
</file>

<file path=ppt/slides/slide18.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Thiết kế giao diện theo nhiệm vụ">
            <a:extLst xmlns:a="http://schemas.openxmlformats.org/drawingml/2006/main">
              <a:ext uri="{FF2B5EF4-FFF2-40B4-BE49-F238E27FC236}">
                <a16:creationId xmlns:a16="http://schemas.microsoft.com/office/drawing/2014/main" id="{81A09FB5-3820-46A9-A762-6CAE399DC245}"/>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Thiết kế giao diện theo nhiệm vụ</a:t>
            </a:r>
          </a:p>
        </p:txBody>
      </p:sp>
      <p:sp>
        <p:nvSpPr>
          <p:cNvPr id="22" name="GIAO DIỆN">
            <a:extLst xmlns:a="http://schemas.openxmlformats.org/drawingml/2006/main">
              <a:ext uri="{FF2B5EF4-FFF2-40B4-BE49-F238E27FC236}">
                <a16:creationId xmlns:a16="http://schemas.microsoft.com/office/drawing/2014/main" id="{2718AAB5-CBDF-4EDD-8758-412843F6370D}"/>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GIAO DIỆN</a:t>
            </a:r>
          </a:p>
        </p:txBody>
      </p:sp>
      <p:sp>
        <p:nvSpPr>
          <p:cNvPr id="23" name="NotebookE / Phân tích &amp; thiết kế">
            <a:extLst xmlns:a="http://schemas.openxmlformats.org/drawingml/2006/main">
              <a:ext uri="{FF2B5EF4-FFF2-40B4-BE49-F238E27FC236}">
                <a16:creationId xmlns:a16="http://schemas.microsoft.com/office/drawing/2014/main" id="{E7176B3B-F370-454D-A6B0-8717BEDCB4BB}"/>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18 / 20">
            <a:extLst xmlns:a="http://schemas.openxmlformats.org/drawingml/2006/main">
              <a:ext uri="{FF2B5EF4-FFF2-40B4-BE49-F238E27FC236}">
                <a16:creationId xmlns:a16="http://schemas.microsoft.com/office/drawing/2014/main" id="{C866DB45-822C-43EE-AC74-7BDF73C977B7}"/>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18 / 20</a:t>
            </a:r>
          </a:p>
        </p:txBody>
      </p:sp>
      <p:sp>
        <p:nvSpPr>
          <p:cNvPr id="25" name="">
            <a:extLst xmlns:a="http://schemas.openxmlformats.org/drawingml/2006/main">
              <a:ext uri="{FF2B5EF4-FFF2-40B4-BE49-F238E27FC236}">
                <a16:creationId xmlns:a16="http://schemas.microsoft.com/office/drawing/2014/main" id="{F54B8E46-291D-41FB-B4DB-26A4EFF04F87}"/>
              </a:ext>
            </a:extLst>
          </p:cNvPr>
          <p:cNvSpPr>
            <a:spLocks xmlns:a="http://schemas.openxmlformats.org/drawingml/2006/main" noGrp="1"/>
          </p:cNvSpPr>
          <p:nvPr/>
        </p:nvSpPr>
        <p:spPr>
          <a:xfrm xmlns:a="http://schemas.openxmlformats.org/drawingml/2006/main">
            <a:off x="1047750" y="2667000"/>
            <a:ext cx="4857750" cy="4762500"/>
          </a:xfrm>
          <a:prstGeom xmlns:a="http://schemas.openxmlformats.org/drawingml/2006/main" prst="roundRect">
            <a:avLst>
              <a:gd name="adj" fmla="val 1600"/>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26" name="ĐIỀU HƯỚNG">
            <a:extLst xmlns:a="http://schemas.openxmlformats.org/drawingml/2006/main">
              <a:ext uri="{FF2B5EF4-FFF2-40B4-BE49-F238E27FC236}">
                <a16:creationId xmlns:a16="http://schemas.microsoft.com/office/drawing/2014/main" id="{307390E6-0C8E-4285-9A15-EBDF9E677B9D}"/>
              </a:ext>
            </a:extLst>
          </p:cNvPr>
          <p:cNvSpPr>
            <a:spLocks xmlns:a="http://schemas.openxmlformats.org/drawingml/2006/main" noGrp="1"/>
          </p:cNvSpPr>
          <p:nvPr/>
        </p:nvSpPr>
        <p:spPr>
          <a:xfrm xmlns:a="http://schemas.openxmlformats.org/drawingml/2006/main">
            <a:off x="1333500" y="290512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75" b="1">
                <a:solidFill>
                  <a:srgbClr val="A2ADD9"/>
                </a:solidFill>
                <a:latin typeface="Arial"/>
                <a:ea typeface="Arial"/>
                <a:cs typeface="Arial"/>
              </a:defRPr>
            </a:pPr>
            <a:r>
              <a:rPr sz="4275" b="1">
                <a:solidFill>
                  <a:srgbClr val="A2ADD9"/>
                </a:solidFill>
                <a:latin typeface="Arial"/>
                <a:ea typeface="Arial"/>
                <a:cs typeface="Arial"/>
              </a:rPr>
              <a:t>ĐIỀU HƯỚNG</a:t>
            </a:r>
          </a:p>
        </p:txBody>
      </p:sp>
      <p:sp>
        <p:nvSpPr>
          <p:cNvPr id="27" name="Giữ ngữ cảnh nghiên cứu">
            <a:extLst xmlns:a="http://schemas.openxmlformats.org/drawingml/2006/main">
              <a:ext uri="{FF2B5EF4-FFF2-40B4-BE49-F238E27FC236}">
                <a16:creationId xmlns:a16="http://schemas.microsoft.com/office/drawing/2014/main" id="{E946D2DD-2048-40E6-A033-1FF10ECFDA7C}"/>
              </a:ext>
            </a:extLst>
          </p:cNvPr>
          <p:cNvSpPr>
            <a:spLocks xmlns:a="http://schemas.openxmlformats.org/drawingml/2006/main" noGrp="1"/>
          </p:cNvSpPr>
          <p:nvPr/>
        </p:nvSpPr>
        <p:spPr>
          <a:xfrm xmlns:a="http://schemas.openxmlformats.org/drawingml/2006/main">
            <a:off x="1333500" y="37623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B1D38"/>
                </a:solidFill>
                <a:latin typeface="Arial"/>
                <a:ea typeface="Arial"/>
                <a:cs typeface="Arial"/>
              </a:defRPr>
            </a:pPr>
            <a:r>
              <a:rPr sz="2700" b="1">
                <a:solidFill>
                  <a:srgbClr val="0B1D38"/>
                </a:solidFill>
                <a:latin typeface="Arial"/>
                <a:ea typeface="Arial"/>
                <a:cs typeface="Arial"/>
              </a:rPr>
              <a:t>Giữ ngữ cảnh nghiên cứu</a:t>
            </a:r>
          </a:p>
        </p:txBody>
      </p:sp>
      <p:sp>
        <p:nvSpPr>
          <p:cNvPr id="28" name="Notebook làm điểm vào&#10;Nguồn, chat và note liền mạch&#10;Search / Ask ">
            <a:extLst xmlns:a="http://schemas.openxmlformats.org/drawingml/2006/main">
              <a:ext uri="{FF2B5EF4-FFF2-40B4-BE49-F238E27FC236}">
                <a16:creationId xmlns:a16="http://schemas.microsoft.com/office/drawing/2014/main" id="{9C2375A8-523A-427F-BC69-993A95D54F86}"/>
              </a:ext>
            </a:extLst>
          </p:cNvPr>
          <p:cNvSpPr>
            <a:spLocks xmlns:a="http://schemas.openxmlformats.org/drawingml/2006/main" noGrp="1"/>
          </p:cNvSpPr>
          <p:nvPr/>
        </p:nvSpPr>
        <p:spPr>
          <a:xfrm xmlns:a="http://schemas.openxmlformats.org/drawingml/2006/main">
            <a:off x="1333500" y="4953000"/>
            <a:ext cx="4286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Notebook làm điểm vào</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Nguồn, chat và note liền mạch</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Search / Ask dễ nhận diện</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Media và Settings tách rõ</a:t>
            </a:r>
          </a:p>
        </p:txBody>
      </p:sp>
      <p:sp>
        <p:nvSpPr>
          <p:cNvPr id="29" name="">
            <a:extLst xmlns:a="http://schemas.openxmlformats.org/drawingml/2006/main">
              <a:ext uri="{FF2B5EF4-FFF2-40B4-BE49-F238E27FC236}">
                <a16:creationId xmlns:a16="http://schemas.microsoft.com/office/drawing/2014/main" id="{6F63D994-71BF-4CE7-BFFE-521E53880662}"/>
              </a:ext>
            </a:extLst>
          </p:cNvPr>
          <p:cNvSpPr>
            <a:spLocks xmlns:a="http://schemas.openxmlformats.org/drawingml/2006/main" noGrp="1"/>
          </p:cNvSpPr>
          <p:nvPr/>
        </p:nvSpPr>
        <p:spPr>
          <a:xfrm xmlns:a="http://schemas.openxmlformats.org/drawingml/2006/main">
            <a:off x="6715125" y="2667000"/>
            <a:ext cx="4857750" cy="4762500"/>
          </a:xfrm>
          <a:prstGeom xmlns:a="http://schemas.openxmlformats.org/drawingml/2006/main" prst="roundRect">
            <a:avLst>
              <a:gd name="adj" fmla="val 1600"/>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0" name="TƯƠNG TÁC">
            <a:extLst xmlns:a="http://schemas.openxmlformats.org/drawingml/2006/main">
              <a:ext uri="{FF2B5EF4-FFF2-40B4-BE49-F238E27FC236}">
                <a16:creationId xmlns:a16="http://schemas.microsoft.com/office/drawing/2014/main" id="{4C901233-1A6C-4096-B785-DD54D4AAB0F2}"/>
              </a:ext>
            </a:extLst>
          </p:cNvPr>
          <p:cNvSpPr>
            <a:spLocks xmlns:a="http://schemas.openxmlformats.org/drawingml/2006/main" noGrp="1"/>
          </p:cNvSpPr>
          <p:nvPr/>
        </p:nvSpPr>
        <p:spPr>
          <a:xfrm xmlns:a="http://schemas.openxmlformats.org/drawingml/2006/main">
            <a:off x="7000875" y="290512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75" b="1">
                <a:solidFill>
                  <a:srgbClr val="A2ADD9"/>
                </a:solidFill>
                <a:latin typeface="Arial"/>
                <a:ea typeface="Arial"/>
                <a:cs typeface="Arial"/>
              </a:defRPr>
            </a:pPr>
            <a:r>
              <a:rPr sz="4275" b="1">
                <a:solidFill>
                  <a:srgbClr val="A2ADD9"/>
                </a:solidFill>
                <a:latin typeface="Arial"/>
                <a:ea typeface="Arial"/>
                <a:cs typeface="Arial"/>
              </a:rPr>
              <a:t>TƯƠNG TÁC</a:t>
            </a:r>
          </a:p>
        </p:txBody>
      </p:sp>
      <p:sp>
        <p:nvSpPr>
          <p:cNvPr id="31" name="Giảm thao tác thừa">
            <a:extLst xmlns:a="http://schemas.openxmlformats.org/drawingml/2006/main">
              <a:ext uri="{FF2B5EF4-FFF2-40B4-BE49-F238E27FC236}">
                <a16:creationId xmlns:a16="http://schemas.microsoft.com/office/drawing/2014/main" id="{BD64FFF2-B851-46F4-B9ED-63F30AE9D126}"/>
              </a:ext>
            </a:extLst>
          </p:cNvPr>
          <p:cNvSpPr>
            <a:spLocks xmlns:a="http://schemas.openxmlformats.org/drawingml/2006/main" noGrp="1"/>
          </p:cNvSpPr>
          <p:nvPr/>
        </p:nvSpPr>
        <p:spPr>
          <a:xfrm xmlns:a="http://schemas.openxmlformats.org/drawingml/2006/main">
            <a:off x="7000875" y="37623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B1D38"/>
                </a:solidFill>
                <a:latin typeface="Arial"/>
                <a:ea typeface="Arial"/>
                <a:cs typeface="Arial"/>
              </a:defRPr>
            </a:pPr>
            <a:r>
              <a:rPr sz="2700" b="1">
                <a:solidFill>
                  <a:srgbClr val="0B1D38"/>
                </a:solidFill>
                <a:latin typeface="Arial"/>
                <a:ea typeface="Arial"/>
                <a:cs typeface="Arial"/>
              </a:rPr>
              <a:t>Giảm thao tác thừa</a:t>
            </a:r>
          </a:p>
        </p:txBody>
      </p:sp>
      <p:sp>
        <p:nvSpPr>
          <p:cNvPr id="32" name="Chọn nguồn / model phù hợp&#10;Dùng mặc định hợp lý&#10;Tìm kiếm → kết qu">
            <a:extLst xmlns:a="http://schemas.openxmlformats.org/drawingml/2006/main">
              <a:ext uri="{FF2B5EF4-FFF2-40B4-BE49-F238E27FC236}">
                <a16:creationId xmlns:a16="http://schemas.microsoft.com/office/drawing/2014/main" id="{5AAD67E7-77E9-4423-BF38-D6D6055FC911}"/>
              </a:ext>
            </a:extLst>
          </p:cNvPr>
          <p:cNvSpPr>
            <a:spLocks xmlns:a="http://schemas.openxmlformats.org/drawingml/2006/main" noGrp="1"/>
          </p:cNvSpPr>
          <p:nvPr/>
        </p:nvSpPr>
        <p:spPr>
          <a:xfrm xmlns:a="http://schemas.openxmlformats.org/drawingml/2006/main">
            <a:off x="7000875" y="4953000"/>
            <a:ext cx="4286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Chọn nguồn / model phù hợp</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Dùng mặc định hợp lý</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Tìm kiếm → kết quả → chi tiết</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Không yêu cầu nhập lặp</a:t>
            </a:r>
          </a:p>
        </p:txBody>
      </p:sp>
      <p:sp>
        <p:nvSpPr>
          <p:cNvPr id="33" name="">
            <a:extLst xmlns:a="http://schemas.openxmlformats.org/drawingml/2006/main">
              <a:ext uri="{FF2B5EF4-FFF2-40B4-BE49-F238E27FC236}">
                <a16:creationId xmlns:a16="http://schemas.microsoft.com/office/drawing/2014/main" id="{ADED6582-3F1D-4737-BB9C-2A8895BD7BD5}"/>
              </a:ext>
            </a:extLst>
          </p:cNvPr>
          <p:cNvSpPr>
            <a:spLocks xmlns:a="http://schemas.openxmlformats.org/drawingml/2006/main" noGrp="1"/>
          </p:cNvSpPr>
          <p:nvPr/>
        </p:nvSpPr>
        <p:spPr>
          <a:xfrm xmlns:a="http://schemas.openxmlformats.org/drawingml/2006/main">
            <a:off x="12382500" y="2667000"/>
            <a:ext cx="4857750" cy="4762500"/>
          </a:xfrm>
          <a:prstGeom xmlns:a="http://schemas.openxmlformats.org/drawingml/2006/main" prst="roundRect">
            <a:avLst>
              <a:gd name="adj" fmla="val 1600"/>
            </a:avLst>
          </a:prstGeom>
          <a:solidFill xmlns:a="http://schemas.openxmlformats.org/drawingml/2006/main">
            <a:srgbClr val="EDF0F9"/>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4" name="PHẢN HỒI">
            <a:extLst xmlns:a="http://schemas.openxmlformats.org/drawingml/2006/main">
              <a:ext uri="{FF2B5EF4-FFF2-40B4-BE49-F238E27FC236}">
                <a16:creationId xmlns:a16="http://schemas.microsoft.com/office/drawing/2014/main" id="{8F497CF6-82CE-4A66-AFB9-F362421CBBC3}"/>
              </a:ext>
            </a:extLst>
          </p:cNvPr>
          <p:cNvSpPr>
            <a:spLocks xmlns:a="http://schemas.openxmlformats.org/drawingml/2006/main" noGrp="1"/>
          </p:cNvSpPr>
          <p:nvPr/>
        </p:nvSpPr>
        <p:spPr>
          <a:xfrm xmlns:a="http://schemas.openxmlformats.org/drawingml/2006/main">
            <a:off x="12668250" y="290512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75" b="1">
                <a:solidFill>
                  <a:srgbClr val="A2ADD9"/>
                </a:solidFill>
                <a:latin typeface="Arial"/>
                <a:ea typeface="Arial"/>
                <a:cs typeface="Arial"/>
              </a:defRPr>
            </a:pPr>
            <a:r>
              <a:rPr sz="4275" b="1">
                <a:solidFill>
                  <a:srgbClr val="A2ADD9"/>
                </a:solidFill>
                <a:latin typeface="Arial"/>
                <a:ea typeface="Arial"/>
                <a:cs typeface="Arial"/>
              </a:rPr>
              <a:t>PHẢN HỒI</a:t>
            </a:r>
          </a:p>
        </p:txBody>
      </p:sp>
      <p:sp>
        <p:nvSpPr>
          <p:cNvPr id="35" name="Người dùng biết đang ở đâu">
            <a:extLst xmlns:a="http://schemas.openxmlformats.org/drawingml/2006/main">
              <a:ext uri="{FF2B5EF4-FFF2-40B4-BE49-F238E27FC236}">
                <a16:creationId xmlns:a16="http://schemas.microsoft.com/office/drawing/2014/main" id="{FC2F7265-1CD7-4DEE-9F4D-2FD01D38063C}"/>
              </a:ext>
            </a:extLst>
          </p:cNvPr>
          <p:cNvSpPr>
            <a:spLocks xmlns:a="http://schemas.openxmlformats.org/drawingml/2006/main" noGrp="1"/>
          </p:cNvSpPr>
          <p:nvPr/>
        </p:nvSpPr>
        <p:spPr>
          <a:xfrm xmlns:a="http://schemas.openxmlformats.org/drawingml/2006/main">
            <a:off x="12668250" y="37623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B1D38"/>
                </a:solidFill>
                <a:latin typeface="Arial"/>
                <a:ea typeface="Arial"/>
                <a:cs typeface="Arial"/>
              </a:defRPr>
            </a:pPr>
            <a:r>
              <a:rPr sz="2700" b="1">
                <a:solidFill>
                  <a:srgbClr val="0B1D38"/>
                </a:solidFill>
                <a:latin typeface="Arial"/>
                <a:ea typeface="Arial"/>
                <a:cs typeface="Arial"/>
              </a:rPr>
              <a:t>Người dùng biết đang ở đâu</a:t>
            </a:r>
          </a:p>
        </p:txBody>
      </p:sp>
      <p:sp>
        <p:nvSpPr>
          <p:cNvPr id="36" name="Tải / xử lý / sẵn sàng / lỗi&#10;Thông báo lỗi có hướng xử lý&#10;Thử lại">
            <a:extLst xmlns:a="http://schemas.openxmlformats.org/drawingml/2006/main">
              <a:ext uri="{FF2B5EF4-FFF2-40B4-BE49-F238E27FC236}">
                <a16:creationId xmlns:a16="http://schemas.microsoft.com/office/drawing/2014/main" id="{219A514C-B160-4D7C-8217-C8D90A8EF82D}"/>
              </a:ext>
            </a:extLst>
          </p:cNvPr>
          <p:cNvSpPr>
            <a:spLocks xmlns:a="http://schemas.openxmlformats.org/drawingml/2006/main" noGrp="1"/>
          </p:cNvSpPr>
          <p:nvPr/>
        </p:nvSpPr>
        <p:spPr>
          <a:xfrm xmlns:a="http://schemas.openxmlformats.org/drawingml/2006/main">
            <a:off x="12668250" y="4953000"/>
            <a:ext cx="4286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Tải / xử lý / sẵn sàng / lỗi</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Thông báo lỗi có hướng xử lý</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Thử lại tác vụ thất bại</a:t>
            </a:r>
          </a:p>
          <a:p xmlns:a="http://schemas.openxmlformats.org/drawingml/2006/main">
            <a:pPr algn="l">
              <a:defRPr sz="2325" b="0">
                <a:solidFill>
                  <a:srgbClr val="0B1D38"/>
                </a:solidFill>
                <a:latin typeface="Arial"/>
                <a:ea typeface="Arial"/>
                <a:cs typeface="Arial"/>
              </a:defRPr>
            </a:pPr>
            <a:r>
              <a:rPr sz="2325" b="0">
                <a:solidFill>
                  <a:srgbClr val="0B1D38"/>
                </a:solidFill>
                <a:latin typeface="Arial"/>
                <a:ea typeface="Arial"/>
                <a:cs typeface="Arial"/>
              </a:rPr>
              <a:t>Xác nhận thao tác xóa</a:t>
            </a:r>
          </a:p>
        </p:txBody>
      </p:sp>
      <p:sp>
        <p:nvSpPr>
          <p:cNvPr id="37" name="Các nguyên tắc là tiêu chí đánh giá UI dựa trên học phần; cần thử">
            <a:extLst xmlns:a="http://schemas.openxmlformats.org/drawingml/2006/main">
              <a:ext uri="{FF2B5EF4-FFF2-40B4-BE49-F238E27FC236}">
                <a16:creationId xmlns:a16="http://schemas.microsoft.com/office/drawing/2014/main" id="{937A3AAC-8B2D-4100-8AC1-D5491F9697B4}"/>
              </a:ext>
            </a:extLst>
          </p:cNvPr>
          <p:cNvSpPr>
            <a:spLocks xmlns:a="http://schemas.openxmlformats.org/drawingml/2006/main" noGrp="1"/>
          </p:cNvSpPr>
          <p:nvPr/>
        </p:nvSpPr>
        <p:spPr>
          <a:xfrm xmlns:a="http://schemas.openxmlformats.org/drawingml/2006/main">
            <a:off x="1095375" y="869632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8657D"/>
                </a:solidFill>
                <a:latin typeface="Arial"/>
                <a:ea typeface="Arial"/>
                <a:cs typeface="Arial"/>
              </a:defRPr>
            </a:pPr>
            <a:r>
              <a:rPr sz="2025" b="0">
                <a:solidFill>
                  <a:srgbClr val="58657D"/>
                </a:solidFill>
                <a:latin typeface="Arial"/>
                <a:ea typeface="Arial"/>
                <a:cs typeface="Arial"/>
              </a:rPr>
              <a:t>Các nguyên tắc là tiêu chí đánh giá UI dựa trên học phần; cần thử nghiệm nhiệm vụ với người dùng để xác nhận.</a:t>
            </a:r>
          </a:p>
        </p:txBody>
      </p:sp>
    </p:spTree>
    <p:extLst>
      <p:ext uri="{BB962C8B-B14F-4D97-AF65-F5344CB8AC3E}">
        <p14:creationId xmlns:p14="http://schemas.microsoft.com/office/powerpoint/2010/main" val="1856122589"/>
      </p:ext>
    </p:extLst>
  </p:cSld>
</p:sld>
</file>

<file path=ppt/slides/slide19.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Giao diện thực tế: workspace &amp; hỏi đáp">
            <a:extLst xmlns:a="http://schemas.openxmlformats.org/drawingml/2006/main">
              <a:ext uri="{FF2B5EF4-FFF2-40B4-BE49-F238E27FC236}">
                <a16:creationId xmlns:a16="http://schemas.microsoft.com/office/drawing/2014/main" id="{7335ACB6-9CCA-4A25-99BC-25FFFFBF1935}"/>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Giao diện thực tế: workspace &amp; hỏi đáp</a:t>
            </a:r>
          </a:p>
        </p:txBody>
      </p:sp>
      <p:sp>
        <p:nvSpPr>
          <p:cNvPr id="22" name="GIAO DIỆN">
            <a:extLst xmlns:a="http://schemas.openxmlformats.org/drawingml/2006/main">
              <a:ext uri="{FF2B5EF4-FFF2-40B4-BE49-F238E27FC236}">
                <a16:creationId xmlns:a16="http://schemas.microsoft.com/office/drawing/2014/main" id="{701468E3-A94F-4414-864C-E59291B7112E}"/>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GIAO DIỆN</a:t>
            </a:r>
          </a:p>
        </p:txBody>
      </p:sp>
      <p:sp>
        <p:nvSpPr>
          <p:cNvPr id="23" name="NotebookE / Phân tích &amp; thiết kế">
            <a:extLst xmlns:a="http://schemas.openxmlformats.org/drawingml/2006/main">
              <a:ext uri="{FF2B5EF4-FFF2-40B4-BE49-F238E27FC236}">
                <a16:creationId xmlns:a16="http://schemas.microsoft.com/office/drawing/2014/main" id="{8E8F4CE0-505E-45DA-B2B6-5203BA828313}"/>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19 / 20">
            <a:extLst xmlns:a="http://schemas.openxmlformats.org/drawingml/2006/main">
              <a:ext uri="{FF2B5EF4-FFF2-40B4-BE49-F238E27FC236}">
                <a16:creationId xmlns:a16="http://schemas.microsoft.com/office/drawing/2014/main" id="{DFB1EF12-41AF-4028-86F8-D3583D58DDA4}"/>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19 / 20</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fc57f7b6cbaa424c"/>
          <a:stretch xmlns:a="http://schemas.openxmlformats.org/drawingml/2006/main"/>
        </p:blipFill>
        <p:spPr>
          <a:xfrm xmlns:a="http://schemas.openxmlformats.org/drawingml/2006/main">
            <a:off x="1047750" y="2858988"/>
            <a:ext cx="7953375" cy="4473773"/>
          </a:xfrm>
          <a:prstGeom xmlns:a="http://schemas.openxmlformats.org/drawingml/2006/main" prst="rect">
            <a:avLst/>
          </a:prstGeom>
        </p:spPr>
      </p:pic>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0feaf3b3159d40d5"/>
          <a:stretch xmlns:a="http://schemas.openxmlformats.org/drawingml/2006/main"/>
        </p:blipFill>
        <p:spPr>
          <a:xfrm xmlns:a="http://schemas.openxmlformats.org/drawingml/2006/main">
            <a:off x="9620250" y="2939355"/>
            <a:ext cx="7667625" cy="4313039"/>
          </a:xfrm>
          <a:prstGeom xmlns:a="http://schemas.openxmlformats.org/drawingml/2006/main" prst="rect">
            <a:avLst/>
          </a:prstGeom>
        </p:spPr>
      </p:pic>
      <p:sp>
        <p:nvSpPr>
          <p:cNvPr id="27" name="WORKSPACE">
            <a:extLst xmlns:a="http://schemas.openxmlformats.org/drawingml/2006/main">
              <a:ext uri="{FF2B5EF4-FFF2-40B4-BE49-F238E27FC236}">
                <a16:creationId xmlns:a16="http://schemas.microsoft.com/office/drawing/2014/main" id="{81078865-87DC-4F48-B6FF-F60BB444ED43}"/>
              </a:ext>
            </a:extLst>
          </p:cNvPr>
          <p:cNvSpPr>
            <a:spLocks xmlns:a="http://schemas.openxmlformats.org/drawingml/2006/main" noGrp="1"/>
          </p:cNvSpPr>
          <p:nvPr/>
        </p:nvSpPr>
        <p:spPr>
          <a:xfrm xmlns:a="http://schemas.openxmlformats.org/drawingml/2006/main">
            <a:off x="1047750" y="7715250"/>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0B1D38"/>
                </a:solidFill>
                <a:latin typeface="Arial"/>
                <a:ea typeface="Arial"/>
                <a:cs typeface="Arial"/>
              </a:defRPr>
            </a:pPr>
            <a:r>
              <a:rPr sz="2325" b="1">
                <a:solidFill>
                  <a:srgbClr val="0B1D38"/>
                </a:solidFill>
                <a:latin typeface="Arial"/>
                <a:ea typeface="Arial"/>
                <a:cs typeface="Arial"/>
              </a:rPr>
              <a:t>WORKSPACE</a:t>
            </a:r>
          </a:p>
        </p:txBody>
      </p:sp>
      <p:sp>
        <p:nvSpPr>
          <p:cNvPr id="28" name="Tài liệu và ghi chú cùng ngữ cảnh notebook.">
            <a:extLst xmlns:a="http://schemas.openxmlformats.org/drawingml/2006/main">
              <a:ext uri="{FF2B5EF4-FFF2-40B4-BE49-F238E27FC236}">
                <a16:creationId xmlns:a16="http://schemas.microsoft.com/office/drawing/2014/main" id="{78855696-F8CD-43C4-B747-A8F8939BB27C}"/>
              </a:ext>
            </a:extLst>
          </p:cNvPr>
          <p:cNvSpPr>
            <a:spLocks xmlns:a="http://schemas.openxmlformats.org/drawingml/2006/main" noGrp="1"/>
          </p:cNvSpPr>
          <p:nvPr/>
        </p:nvSpPr>
        <p:spPr>
          <a:xfrm xmlns:a="http://schemas.openxmlformats.org/drawingml/2006/main">
            <a:off x="1047750" y="8239125"/>
            <a:ext cx="7953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B1D38"/>
                </a:solidFill>
                <a:latin typeface="Arial"/>
                <a:ea typeface="Arial"/>
                <a:cs typeface="Arial"/>
              </a:defRPr>
            </a:pPr>
            <a:r>
              <a:rPr sz="2175" b="0">
                <a:solidFill>
                  <a:srgbClr val="0B1D38"/>
                </a:solidFill>
                <a:latin typeface="Arial"/>
                <a:ea typeface="Arial"/>
                <a:cs typeface="Arial"/>
              </a:rPr>
              <a:t>Tài liệu và ghi chú cùng ngữ cảnh notebook.</a:t>
            </a:r>
          </a:p>
        </p:txBody>
      </p:sp>
      <p:sp>
        <p:nvSpPr>
          <p:cNvPr id="29" name="ASK / SEARCH">
            <a:extLst xmlns:a="http://schemas.openxmlformats.org/drawingml/2006/main">
              <a:ext uri="{FF2B5EF4-FFF2-40B4-BE49-F238E27FC236}">
                <a16:creationId xmlns:a16="http://schemas.microsoft.com/office/drawing/2014/main" id="{E9C4D1F3-8CD0-48AB-86FA-E3ABD691225A}"/>
              </a:ext>
            </a:extLst>
          </p:cNvPr>
          <p:cNvSpPr>
            <a:spLocks xmlns:a="http://schemas.openxmlformats.org/drawingml/2006/main" noGrp="1"/>
          </p:cNvSpPr>
          <p:nvPr/>
        </p:nvSpPr>
        <p:spPr>
          <a:xfrm xmlns:a="http://schemas.openxmlformats.org/drawingml/2006/main">
            <a:off x="9620250" y="7715250"/>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0B1D38"/>
                </a:solidFill>
                <a:latin typeface="Arial"/>
                <a:ea typeface="Arial"/>
                <a:cs typeface="Arial"/>
              </a:defRPr>
            </a:pPr>
            <a:r>
              <a:rPr sz="2325" b="1">
                <a:solidFill>
                  <a:srgbClr val="0B1D38"/>
                </a:solidFill>
                <a:latin typeface="Arial"/>
                <a:ea typeface="Arial"/>
                <a:cs typeface="Arial"/>
              </a:rPr>
              <a:t>ASK / SEARCH</a:t>
            </a:r>
          </a:p>
        </p:txBody>
      </p:sp>
      <p:sp>
        <p:nvSpPr>
          <p:cNvPr id="30" name="Câu hỏi, kết quả và bằng chứng trong một luồng.">
            <a:extLst xmlns:a="http://schemas.openxmlformats.org/drawingml/2006/main">
              <a:ext uri="{FF2B5EF4-FFF2-40B4-BE49-F238E27FC236}">
                <a16:creationId xmlns:a16="http://schemas.microsoft.com/office/drawing/2014/main" id="{7BC12CFD-3BCF-4846-94FE-D9AB877DC344}"/>
              </a:ext>
            </a:extLst>
          </p:cNvPr>
          <p:cNvSpPr>
            <a:spLocks xmlns:a="http://schemas.openxmlformats.org/drawingml/2006/main" noGrp="1"/>
          </p:cNvSpPr>
          <p:nvPr/>
        </p:nvSpPr>
        <p:spPr>
          <a:xfrm xmlns:a="http://schemas.openxmlformats.org/drawingml/2006/main">
            <a:off x="9620250" y="8239125"/>
            <a:ext cx="7667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B1D38"/>
                </a:solidFill>
                <a:latin typeface="Arial"/>
                <a:ea typeface="Arial"/>
                <a:cs typeface="Arial"/>
              </a:defRPr>
            </a:pPr>
            <a:r>
              <a:rPr sz="2175" b="0">
                <a:solidFill>
                  <a:srgbClr val="0B1D38"/>
                </a:solidFill>
                <a:latin typeface="Arial"/>
                <a:ea typeface="Arial"/>
                <a:cs typeface="Arial"/>
              </a:rPr>
              <a:t>Câu hỏi, kết quả và bằng chứng trong một luồng.</a:t>
            </a:r>
          </a:p>
        </p:txBody>
      </p:sp>
    </p:spTree>
    <p:extLst>
      <p:ext uri="{BB962C8B-B14F-4D97-AF65-F5344CB8AC3E}">
        <p14:creationId xmlns:p14="http://schemas.microsoft.com/office/powerpoint/2010/main" val="1856122589"/>
      </p:ext>
    </p:extLst>
  </p:cSld>
</p:sld>
</file>

<file path=ppt/slides/slide20.xml><?xml version="1.0" encoding="utf-8"?>
<p:sld xmlns:p="http://schemas.openxmlformats.org/presentationml/2006/main">
  <p:cSld>
    <p:bg>
      <p:bgPr>
        <a:solidFill xmlns:a="http://schemas.openxmlformats.org/drawingml/2006/main">
          <a:srgbClr val="FBFBFB"/>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CA34B8-4A1F-41E4-AF55-9902AD5DDF3A}"/>
              </a:ext>
            </a:extLst>
          </p:cNvPr>
          <p:cNvSpPr>
            <a:spLocks xmlns:a="http://schemas.openxmlformats.org/drawingml/2006/main" noGrp="1"/>
          </p:cNvSpPr>
          <p:nvPr/>
        </p:nvSpPr>
        <p:spPr>
          <a:xfrm xmlns:a="http://schemas.openxmlformats.org/drawingml/2006/main" rot="0" flipH="0" flipV="0">
            <a:off x="13329431" y="1028700"/>
            <a:ext cx="3929869" cy="914400"/>
          </a:xfrm>
          <a:custGeom xmlns:a="http://schemas.openxmlformats.org/drawingml/2006/main">
            <a:rect l="l" t="t" r="r" b="b"/>
            <a:pathLst>
              <a:path w="3001983" h="698500">
                <a:moveTo>
                  <a:pt x="3001983" y="349250"/>
                </a:moveTo>
                <a:lnTo>
                  <a:pt x="2798783" y="698500"/>
                </a:lnTo>
                <a:lnTo>
                  <a:pt x="203200" y="698500"/>
                </a:lnTo>
                <a:lnTo>
                  <a:pt x="0" y="349250"/>
                </a:lnTo>
                <a:lnTo>
                  <a:pt x="203200" y="0"/>
                </a:lnTo>
                <a:lnTo>
                  <a:pt x="2798783" y="0"/>
                </a:lnTo>
                <a:lnTo>
                  <a:pt x="3001983" y="349250"/>
                </a:lnTo>
                <a:close/>
              </a:path>
            </a:pathLst>
          </a:custGeom>
          <a:solidFill xmlns:a="http://schemas.openxmlformats.org/drawingml/2006/main">
            <a:srgbClr val="A9B5DF"/>
          </a:solidFill>
        </p:spPr>
      </p:sp>
      <p:sp>
        <p:nvSpPr>
          <p:cNvPr id="4" name="TextBox 4">
            <a:extLst xmlns:a="http://schemas.openxmlformats.org/drawingml/2006/main">
              <a:ext uri="{FF2B5EF4-FFF2-40B4-BE49-F238E27FC236}">
                <a16:creationId xmlns:a16="http://schemas.microsoft.com/office/drawing/2014/main" id="{5BE78105-3232-4A97-A178-4F2D0B6588B0}"/>
              </a:ext>
            </a:extLst>
          </p:cNvPr>
          <p:cNvSpPr>
            <a:spLocks xmlns:a="http://schemas.openxmlformats.org/drawingml/2006/main" noGrp="1"/>
          </p:cNvSpPr>
          <p:nvPr/>
        </p:nvSpPr>
        <p:spPr>
          <a:xfrm xmlns:a="http://schemas.openxmlformats.org/drawingml/2006/main" rot="0" flipH="0" flipV="0">
            <a:off x="13479060" y="941417"/>
            <a:ext cx="3630610" cy="100168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6" name="Freeform 6">
            <a:extLst xmlns:a="http://schemas.openxmlformats.org/drawingml/2006/main">
              <a:ext uri="{FF2B5EF4-FFF2-40B4-BE49-F238E27FC236}">
                <a16:creationId xmlns:a16="http://schemas.microsoft.com/office/drawing/2014/main" id="{D203D34D-CF1E-4AB7-8F54-8F221C9B0FE6}"/>
              </a:ext>
            </a:extLst>
          </p:cNvPr>
          <p:cNvSpPr>
            <a:spLocks xmlns:a="http://schemas.openxmlformats.org/drawingml/2006/main" noGrp="1"/>
          </p:cNvSpPr>
          <p:nvPr/>
        </p:nvSpPr>
        <p:spPr>
          <a:xfrm xmlns:a="http://schemas.openxmlformats.org/drawingml/2006/main" rot="0" flipH="0" flipV="0">
            <a:off x="-1078211"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A9B5DF"/>
          </a:solidFill>
        </p:spPr>
      </p:sp>
      <p:sp>
        <p:nvSpPr>
          <p:cNvPr id="7" name="TextBox 7">
            <a:extLst xmlns:a="http://schemas.openxmlformats.org/drawingml/2006/main">
              <a:ext uri="{FF2B5EF4-FFF2-40B4-BE49-F238E27FC236}">
                <a16:creationId xmlns:a16="http://schemas.microsoft.com/office/drawing/2014/main" id="{1126EEDF-936E-47DE-AF90-D815B783012E}"/>
              </a:ext>
            </a:extLst>
          </p:cNvPr>
          <p:cNvSpPr>
            <a:spLocks xmlns:a="http://schemas.openxmlformats.org/drawingml/2006/main" noGrp="1"/>
          </p:cNvSpPr>
          <p:nvPr/>
        </p:nvSpPr>
        <p:spPr>
          <a:xfrm xmlns:a="http://schemas.openxmlformats.org/drawingml/2006/main" rot="0" flipH="0" flipV="0">
            <a:off x="-774965"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9" name="Freeform 9">
            <a:extLst xmlns:a="http://schemas.openxmlformats.org/drawingml/2006/main">
              <a:ext uri="{FF2B5EF4-FFF2-40B4-BE49-F238E27FC236}">
                <a16:creationId xmlns:a16="http://schemas.microsoft.com/office/drawing/2014/main" id="{72CBDA16-D7B1-4DAA-8AA2-E3A5FA59A084}"/>
              </a:ext>
            </a:extLst>
          </p:cNvPr>
          <p:cNvSpPr>
            <a:spLocks xmlns:a="http://schemas.openxmlformats.org/drawingml/2006/main" noGrp="1"/>
          </p:cNvSpPr>
          <p:nvPr/>
        </p:nvSpPr>
        <p:spPr>
          <a:xfrm xmlns:a="http://schemas.openxmlformats.org/drawingml/2006/main" rot="0" flipH="0" flipV="0">
            <a:off x="16131578" y="9360413"/>
            <a:ext cx="2156422" cy="18531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10" name="TextBox 10">
            <a:extLst xmlns:a="http://schemas.openxmlformats.org/drawingml/2006/main">
              <a:ext uri="{FF2B5EF4-FFF2-40B4-BE49-F238E27FC236}">
                <a16:creationId xmlns:a16="http://schemas.microsoft.com/office/drawing/2014/main" id="{39550E7A-C5DA-4DDE-9392-0D5DC9E8B0BD}"/>
              </a:ext>
            </a:extLst>
          </p:cNvPr>
          <p:cNvSpPr>
            <a:spLocks xmlns:a="http://schemas.openxmlformats.org/drawingml/2006/main" noGrp="1"/>
          </p:cNvSpPr>
          <p:nvPr/>
        </p:nvSpPr>
        <p:spPr>
          <a:xfrm xmlns:a="http://schemas.openxmlformats.org/drawingml/2006/main" rot="0" flipH="0" flipV="0">
            <a:off x="16434824" y="9183520"/>
            <a:ext cx="1549928" cy="203006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19" name="Freeform 19">
            <a:extLst xmlns:a="http://schemas.openxmlformats.org/drawingml/2006/main">
              <a:ext uri="{FF2B5EF4-FFF2-40B4-BE49-F238E27FC236}">
                <a16:creationId xmlns:a16="http://schemas.microsoft.com/office/drawing/2014/main" id="{685F2846-8ADB-4A38-B750-3F16C8DFD0C3}"/>
              </a:ext>
            </a:extLst>
          </p:cNvPr>
          <p:cNvSpPr>
            <a:spLocks xmlns:a="http://schemas.openxmlformats.org/drawingml/2006/main" noGrp="1"/>
          </p:cNvSpPr>
          <p:nvPr/>
        </p:nvSpPr>
        <p:spPr>
          <a:xfrm xmlns:a="http://schemas.openxmlformats.org/drawingml/2006/main" rot="0" flipH="0" flipV="0">
            <a:off x="9850855" y="-1763043"/>
            <a:ext cx="2915227" cy="2505274"/>
          </a:xfrm>
          <a:custGeom xmlns:a="http://schemas.openxmlformats.org/drawingml/2006/main">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xmlns:a="http://schemas.openxmlformats.org/drawingml/2006/main">
            <a:srgbClr val="051D40"/>
          </a:solidFill>
        </p:spPr>
      </p:sp>
      <p:sp>
        <p:nvSpPr>
          <p:cNvPr id="20" name="TextBox 20">
            <a:extLst xmlns:a="http://schemas.openxmlformats.org/drawingml/2006/main">
              <a:ext uri="{FF2B5EF4-FFF2-40B4-BE49-F238E27FC236}">
                <a16:creationId xmlns:a16="http://schemas.microsoft.com/office/drawing/2014/main" id="{95E6E2D3-5894-4766-A6C8-0DEFC10CCF75}"/>
              </a:ext>
            </a:extLst>
          </p:cNvPr>
          <p:cNvSpPr>
            <a:spLocks xmlns:a="http://schemas.openxmlformats.org/drawingml/2006/main" noGrp="1"/>
          </p:cNvSpPr>
          <p:nvPr/>
        </p:nvSpPr>
        <p:spPr>
          <a:xfrm xmlns:a="http://schemas.openxmlformats.org/drawingml/2006/main" rot="0" flipH="0" flipV="0">
            <a:off x="10260808" y="-2002182"/>
            <a:ext cx="2095319" cy="274441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99"/>
              </a:lnSpc>
              <a:buNone/>
            </a:pPr>
          </a:p>
        </p:txBody>
      </p:sp>
      <p:sp>
        <p:nvSpPr>
          <p:cNvPr id="21" name="Truy vết yêu cầu → thiết kế → kiểm chứng">
            <a:extLst xmlns:a="http://schemas.openxmlformats.org/drawingml/2006/main">
              <a:ext uri="{FF2B5EF4-FFF2-40B4-BE49-F238E27FC236}">
                <a16:creationId xmlns:a16="http://schemas.microsoft.com/office/drawing/2014/main" id="{409B23BA-3137-4374-B6EE-52CAB5BE30D2}"/>
              </a:ext>
            </a:extLst>
          </p:cNvPr>
          <p:cNvSpPr>
            <a:spLocks xmlns:a="http://schemas.openxmlformats.org/drawingml/2006/main" noGrp="1"/>
          </p:cNvSpPr>
          <p:nvPr/>
        </p:nvSpPr>
        <p:spPr>
          <a:xfrm xmlns:a="http://schemas.openxmlformats.org/drawingml/2006/main">
            <a:off x="1028700" y="95250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0B1D38"/>
                </a:solidFill>
                <a:latin typeface="Arial"/>
                <a:ea typeface="Arial"/>
                <a:cs typeface="Arial"/>
              </a:defRPr>
            </a:pPr>
            <a:r>
              <a:rPr sz="4125" b="1">
                <a:solidFill>
                  <a:srgbClr val="0B1D38"/>
                </a:solidFill>
                <a:latin typeface="Arial"/>
                <a:ea typeface="Arial"/>
                <a:cs typeface="Arial"/>
              </a:rPr>
              <a:t>Truy vết thiết kế &amp; kết luận</a:t>
            </a:r>
          </a:p>
        </p:txBody>
      </p:sp>
      <p:sp>
        <p:nvSpPr>
          <p:cNvPr id="22" name="KẾT LUẬN">
            <a:extLst xmlns:a="http://schemas.openxmlformats.org/drawingml/2006/main">
              <a:ext uri="{FF2B5EF4-FFF2-40B4-BE49-F238E27FC236}">
                <a16:creationId xmlns:a16="http://schemas.microsoft.com/office/drawing/2014/main" id="{35ECC901-5D52-4F59-9598-FDF9C6E5BD93}"/>
              </a:ext>
            </a:extLst>
          </p:cNvPr>
          <p:cNvSpPr>
            <a:spLocks xmlns:a="http://schemas.openxmlformats.org/drawingml/2006/main" noGrp="1"/>
          </p:cNvSpPr>
          <p:nvPr/>
        </p:nvSpPr>
        <p:spPr>
          <a:xfrm xmlns:a="http://schemas.openxmlformats.org/drawingml/2006/main">
            <a:off x="13477875" y="12382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0B1D38"/>
                </a:solidFill>
                <a:latin typeface="Arial"/>
                <a:ea typeface="Arial"/>
                <a:cs typeface="Arial"/>
              </a:defRPr>
            </a:pPr>
            <a:r>
              <a:rPr sz="2100" b="1">
                <a:solidFill>
                  <a:srgbClr val="0B1D38"/>
                </a:solidFill>
                <a:latin typeface="Arial"/>
                <a:ea typeface="Arial"/>
                <a:cs typeface="Arial"/>
              </a:rPr>
              <a:t>KẾT LUẬN</a:t>
            </a:r>
          </a:p>
        </p:txBody>
      </p:sp>
      <p:sp>
        <p:nvSpPr>
          <p:cNvPr id="23" name="NotebookE / Phân tích &amp; thiết kế">
            <a:extLst xmlns:a="http://schemas.openxmlformats.org/drawingml/2006/main">
              <a:ext uri="{FF2B5EF4-FFF2-40B4-BE49-F238E27FC236}">
                <a16:creationId xmlns:a16="http://schemas.microsoft.com/office/drawing/2014/main" id="{31C2477C-E1A0-48AD-9B76-2005EF5A4B68}"/>
              </a:ext>
            </a:extLst>
          </p:cNvPr>
          <p:cNvSpPr>
            <a:spLocks xmlns:a="http://schemas.openxmlformats.org/drawingml/2006/main" noGrp="1"/>
          </p:cNvSpPr>
          <p:nvPr/>
        </p:nvSpPr>
        <p:spPr>
          <a:xfrm xmlns:a="http://schemas.openxmlformats.org/drawingml/2006/main">
            <a:off x="1143000" y="919162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8657D"/>
                </a:solidFill>
                <a:latin typeface="Arial"/>
                <a:ea typeface="Arial"/>
                <a:cs typeface="Arial"/>
              </a:defRPr>
            </a:pPr>
            <a:r>
              <a:rPr sz="1725" b="0">
                <a:solidFill>
                  <a:srgbClr val="58657D"/>
                </a:solidFill>
                <a:latin typeface="Arial"/>
                <a:ea typeface="Arial"/>
                <a:cs typeface="Arial"/>
              </a:rPr>
              <a:t>NotebookE / Phân tích &amp; thiết kế</a:t>
            </a:r>
          </a:p>
        </p:txBody>
      </p:sp>
      <p:sp>
        <p:nvSpPr>
          <p:cNvPr id="24" name="20 / 20">
            <a:extLst xmlns:a="http://schemas.openxmlformats.org/drawingml/2006/main">
              <a:ext uri="{FF2B5EF4-FFF2-40B4-BE49-F238E27FC236}">
                <a16:creationId xmlns:a16="http://schemas.microsoft.com/office/drawing/2014/main" id="{14A73BB1-11CD-4C36-81DC-7842CD92546B}"/>
              </a:ext>
            </a:extLst>
          </p:cNvPr>
          <p:cNvSpPr>
            <a:spLocks xmlns:a="http://schemas.openxmlformats.org/drawingml/2006/main" noGrp="1"/>
          </p:cNvSpPr>
          <p:nvPr/>
        </p:nvSpPr>
        <p:spPr>
          <a:xfrm xmlns:a="http://schemas.openxmlformats.org/drawingml/2006/main">
            <a:off x="14763750" y="91916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725" b="0">
                <a:solidFill>
                  <a:srgbClr val="58657D"/>
                </a:solidFill>
                <a:latin typeface="Arial"/>
                <a:ea typeface="Arial"/>
                <a:cs typeface="Arial"/>
              </a:defRPr>
            </a:pPr>
            <a:r>
              <a:rPr sz="1725" b="0">
                <a:solidFill>
                  <a:srgbClr val="58657D"/>
                </a:solidFill>
                <a:latin typeface="Arial"/>
                <a:ea typeface="Arial"/>
                <a:cs typeface="Arial"/>
              </a:rPr>
              <a:t>20 / 20</a:t>
            </a:r>
          </a:p>
        </p:txBody>
      </p:sp>
      <p:sp>
        <p:nvSpPr>
          <p:cNvPr id="25" name="">
            <a:extLst xmlns:a="http://schemas.openxmlformats.org/drawingml/2006/main">
              <a:ext uri="{FF2B5EF4-FFF2-40B4-BE49-F238E27FC236}">
                <a16:creationId xmlns:a16="http://schemas.microsoft.com/office/drawing/2014/main" id="{2D667498-41E6-4C1C-B8CA-911DAC979E3A}"/>
              </a:ext>
            </a:extLst>
          </p:cNvPr>
          <p:cNvSpPr>
            <a:spLocks xmlns:a="http://schemas.openxmlformats.org/drawingml/2006/main" noGrp="1"/>
          </p:cNvSpPr>
          <p:nvPr/>
        </p:nvSpPr>
        <p:spPr>
          <a:xfrm xmlns:a="http://schemas.openxmlformats.org/drawingml/2006/main">
            <a:off x="1047750" y="2571750"/>
            <a:ext cx="52863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26" name="YÊU CẦU">
            <a:extLst xmlns:a="http://schemas.openxmlformats.org/drawingml/2006/main">
              <a:ext uri="{FF2B5EF4-FFF2-40B4-BE49-F238E27FC236}">
                <a16:creationId xmlns:a16="http://schemas.microsoft.com/office/drawing/2014/main" id="{CAA30224-C82E-40E4-88CC-DE5CDB73016F}"/>
              </a:ext>
            </a:extLst>
          </p:cNvPr>
          <p:cNvSpPr>
            <a:spLocks xmlns:a="http://schemas.openxmlformats.org/drawingml/2006/main" noGrp="1"/>
          </p:cNvSpPr>
          <p:nvPr/>
        </p:nvSpPr>
        <p:spPr>
          <a:xfrm xmlns:a="http://schemas.openxmlformats.org/drawingml/2006/main">
            <a:off x="1219200" y="27432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B1D38"/>
                </a:solidFill>
                <a:latin typeface="Arial"/>
                <a:ea typeface="Arial"/>
                <a:cs typeface="Arial"/>
              </a:defRPr>
            </a:pPr>
            <a:r>
              <a:rPr sz="2025" b="1">
                <a:solidFill>
                  <a:srgbClr val="0B1D38"/>
                </a:solidFill>
                <a:latin typeface="Arial"/>
                <a:ea typeface="Arial"/>
                <a:cs typeface="Arial"/>
              </a:rPr>
              <a:t>YÊU CẦU</a:t>
            </a:r>
          </a:p>
        </p:txBody>
      </p:sp>
      <p:sp>
        <p:nvSpPr>
          <p:cNvPr id="27" name="">
            <a:extLst xmlns:a="http://schemas.openxmlformats.org/drawingml/2006/main">
              <a:ext uri="{FF2B5EF4-FFF2-40B4-BE49-F238E27FC236}">
                <a16:creationId xmlns:a16="http://schemas.microsoft.com/office/drawing/2014/main" id="{8CE7330D-E2DB-489B-8EB8-74E50E4E3DDB}"/>
              </a:ext>
            </a:extLst>
          </p:cNvPr>
          <p:cNvSpPr>
            <a:spLocks xmlns:a="http://schemas.openxmlformats.org/drawingml/2006/main" noGrp="1"/>
          </p:cNvSpPr>
          <p:nvPr/>
        </p:nvSpPr>
        <p:spPr>
          <a:xfrm xmlns:a="http://schemas.openxmlformats.org/drawingml/2006/main">
            <a:off x="6429375" y="2571750"/>
            <a:ext cx="52863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28" name="MÔ HÌNH / LƯU TRỮ">
            <a:extLst xmlns:a="http://schemas.openxmlformats.org/drawingml/2006/main">
              <a:ext uri="{FF2B5EF4-FFF2-40B4-BE49-F238E27FC236}">
                <a16:creationId xmlns:a16="http://schemas.microsoft.com/office/drawing/2014/main" id="{D10FBB52-9869-4994-93BE-8239D0B65B27}"/>
              </a:ext>
            </a:extLst>
          </p:cNvPr>
          <p:cNvSpPr>
            <a:spLocks xmlns:a="http://schemas.openxmlformats.org/drawingml/2006/main" noGrp="1"/>
          </p:cNvSpPr>
          <p:nvPr/>
        </p:nvSpPr>
        <p:spPr>
          <a:xfrm xmlns:a="http://schemas.openxmlformats.org/drawingml/2006/main">
            <a:off x="6600825" y="27432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B1D38"/>
                </a:solidFill>
                <a:latin typeface="Arial"/>
                <a:ea typeface="Arial"/>
                <a:cs typeface="Arial"/>
              </a:defRPr>
            </a:pPr>
            <a:r>
              <a:rPr sz="2025" b="1">
                <a:solidFill>
                  <a:srgbClr val="0B1D38"/>
                </a:solidFill>
                <a:latin typeface="Arial"/>
                <a:ea typeface="Arial"/>
                <a:cs typeface="Arial"/>
              </a:rPr>
              <a:t>MÔ HÌNH / LƯU TRỮ</a:t>
            </a:r>
          </a:p>
        </p:txBody>
      </p:sp>
      <p:sp>
        <p:nvSpPr>
          <p:cNvPr id="29" name="">
            <a:extLst xmlns:a="http://schemas.openxmlformats.org/drawingml/2006/main">
              <a:ext uri="{FF2B5EF4-FFF2-40B4-BE49-F238E27FC236}">
                <a16:creationId xmlns:a16="http://schemas.microsoft.com/office/drawing/2014/main" id="{4FA01025-0905-4041-ABAF-BC8C08DE04B8}"/>
              </a:ext>
            </a:extLst>
          </p:cNvPr>
          <p:cNvSpPr>
            <a:spLocks xmlns:a="http://schemas.openxmlformats.org/drawingml/2006/main" noGrp="1"/>
          </p:cNvSpPr>
          <p:nvPr/>
        </p:nvSpPr>
        <p:spPr>
          <a:xfrm xmlns:a="http://schemas.openxmlformats.org/drawingml/2006/main">
            <a:off x="11811000" y="2571750"/>
            <a:ext cx="52863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0" name="GIAO DIỆN / KIỂM CHỨNG">
            <a:extLst xmlns:a="http://schemas.openxmlformats.org/drawingml/2006/main">
              <a:ext uri="{FF2B5EF4-FFF2-40B4-BE49-F238E27FC236}">
                <a16:creationId xmlns:a16="http://schemas.microsoft.com/office/drawing/2014/main" id="{26A2E787-7EEC-4888-B197-0519CB1BA0F2}"/>
              </a:ext>
            </a:extLst>
          </p:cNvPr>
          <p:cNvSpPr>
            <a:spLocks xmlns:a="http://schemas.openxmlformats.org/drawingml/2006/main" noGrp="1"/>
          </p:cNvSpPr>
          <p:nvPr/>
        </p:nvSpPr>
        <p:spPr>
          <a:xfrm xmlns:a="http://schemas.openxmlformats.org/drawingml/2006/main">
            <a:off x="11982450" y="27432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B1D38"/>
                </a:solidFill>
                <a:latin typeface="Arial"/>
                <a:ea typeface="Arial"/>
                <a:cs typeface="Arial"/>
              </a:defRPr>
            </a:pPr>
            <a:r>
              <a:rPr sz="2025" b="1">
                <a:solidFill>
                  <a:srgbClr val="0B1D38"/>
                </a:solidFill>
                <a:latin typeface="Arial"/>
                <a:ea typeface="Arial"/>
                <a:cs typeface="Arial"/>
              </a:rPr>
              <a:t>GIAO DIỆN / KIỂM CHỨNG</a:t>
            </a:r>
          </a:p>
        </p:txBody>
      </p:sp>
      <p:sp>
        <p:nvSpPr>
          <p:cNvPr id="31" name="">
            <a:extLst xmlns:a="http://schemas.openxmlformats.org/drawingml/2006/main">
              <a:ext uri="{FF2B5EF4-FFF2-40B4-BE49-F238E27FC236}">
                <a16:creationId xmlns:a16="http://schemas.microsoft.com/office/drawing/2014/main" id="{485AA27E-7355-4D41-8F91-618E93850437}"/>
              </a:ext>
            </a:extLst>
          </p:cNvPr>
          <p:cNvSpPr>
            <a:spLocks xmlns:a="http://schemas.openxmlformats.org/drawingml/2006/main" noGrp="1"/>
          </p:cNvSpPr>
          <p:nvPr/>
        </p:nvSpPr>
        <p:spPr>
          <a:xfrm xmlns:a="http://schemas.openxmlformats.org/drawingml/2006/main">
            <a:off x="1047750" y="3400425"/>
            <a:ext cx="52863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2" name="FR02 · Xử lý nguồn">
            <a:extLst xmlns:a="http://schemas.openxmlformats.org/drawingml/2006/main">
              <a:ext uri="{FF2B5EF4-FFF2-40B4-BE49-F238E27FC236}">
                <a16:creationId xmlns:a16="http://schemas.microsoft.com/office/drawing/2014/main" id="{54716453-53CB-4426-B5FB-CEF86E370704}"/>
              </a:ext>
            </a:extLst>
          </p:cNvPr>
          <p:cNvSpPr>
            <a:spLocks xmlns:a="http://schemas.openxmlformats.org/drawingml/2006/main" noGrp="1"/>
          </p:cNvSpPr>
          <p:nvPr/>
        </p:nvSpPr>
        <p:spPr>
          <a:xfrm xmlns:a="http://schemas.openxmlformats.org/drawingml/2006/main">
            <a:off x="1219200" y="357187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B1D38"/>
                </a:solidFill>
                <a:latin typeface="Arial"/>
                <a:ea typeface="Arial"/>
                <a:cs typeface="Arial"/>
              </a:defRPr>
            </a:pPr>
            <a:r>
              <a:rPr sz="2175" b="0">
                <a:solidFill>
                  <a:srgbClr val="0B1D38"/>
                </a:solidFill>
                <a:latin typeface="Arial"/>
                <a:ea typeface="Arial"/>
                <a:cs typeface="Arial"/>
              </a:rPr>
              <a:t>FR02 · Xử lý nguồn</a:t>
            </a:r>
          </a:p>
        </p:txBody>
      </p:sp>
      <p:sp>
        <p:nvSpPr>
          <p:cNvPr id="33" name="">
            <a:extLst xmlns:a="http://schemas.openxmlformats.org/drawingml/2006/main">
              <a:ext uri="{FF2B5EF4-FFF2-40B4-BE49-F238E27FC236}">
                <a16:creationId xmlns:a16="http://schemas.microsoft.com/office/drawing/2014/main" id="{F6992659-FD56-4BDF-A5F5-C83E9ABA5E53}"/>
              </a:ext>
            </a:extLst>
          </p:cNvPr>
          <p:cNvSpPr>
            <a:spLocks xmlns:a="http://schemas.openxmlformats.org/drawingml/2006/main" noGrp="1"/>
          </p:cNvSpPr>
          <p:nvPr/>
        </p:nvSpPr>
        <p:spPr>
          <a:xfrm xmlns:a="http://schemas.openxmlformats.org/drawingml/2006/main">
            <a:off x="6429375" y="3400425"/>
            <a:ext cx="52863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4" name="DFD 1.x · Activity · Source">
            <a:extLst xmlns:a="http://schemas.openxmlformats.org/drawingml/2006/main">
              <a:ext uri="{FF2B5EF4-FFF2-40B4-BE49-F238E27FC236}">
                <a16:creationId xmlns:a16="http://schemas.microsoft.com/office/drawing/2014/main" id="{0254B0A3-D52B-40E5-ADEC-6E2CDBAC14AC}"/>
              </a:ext>
            </a:extLst>
          </p:cNvPr>
          <p:cNvSpPr>
            <a:spLocks xmlns:a="http://schemas.openxmlformats.org/drawingml/2006/main" noGrp="1"/>
          </p:cNvSpPr>
          <p:nvPr/>
        </p:nvSpPr>
        <p:spPr>
          <a:xfrm xmlns:a="http://schemas.openxmlformats.org/drawingml/2006/main">
            <a:off x="6600825" y="357187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B1D38"/>
                </a:solidFill>
                <a:latin typeface="Arial"/>
                <a:ea typeface="Arial"/>
                <a:cs typeface="Arial"/>
              </a:defRPr>
            </a:pPr>
            <a:r>
              <a:rPr sz="2175" b="0">
                <a:solidFill>
                  <a:srgbClr val="0B1D38"/>
                </a:solidFill>
                <a:latin typeface="Arial"/>
                <a:ea typeface="Arial"/>
                <a:cs typeface="Arial"/>
              </a:rPr>
              <a:t>DFD 1.x · Activity · Source</a:t>
            </a:r>
          </a:p>
        </p:txBody>
      </p:sp>
      <p:sp>
        <p:nvSpPr>
          <p:cNvPr id="35" name="">
            <a:extLst xmlns:a="http://schemas.openxmlformats.org/drawingml/2006/main">
              <a:ext uri="{FF2B5EF4-FFF2-40B4-BE49-F238E27FC236}">
                <a16:creationId xmlns:a16="http://schemas.microsoft.com/office/drawing/2014/main" id="{C5F113F3-D697-4F09-94BC-666889A5FDA2}"/>
              </a:ext>
            </a:extLst>
          </p:cNvPr>
          <p:cNvSpPr>
            <a:spLocks xmlns:a="http://schemas.openxmlformats.org/drawingml/2006/main" noGrp="1"/>
          </p:cNvSpPr>
          <p:nvPr/>
        </p:nvSpPr>
        <p:spPr>
          <a:xfrm xmlns:a="http://schemas.openxmlformats.org/drawingml/2006/main">
            <a:off x="11811000" y="3400425"/>
            <a:ext cx="52863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6" name="Nguồn / trạng thái / thử lại">
            <a:extLst xmlns:a="http://schemas.openxmlformats.org/drawingml/2006/main">
              <a:ext uri="{FF2B5EF4-FFF2-40B4-BE49-F238E27FC236}">
                <a16:creationId xmlns:a16="http://schemas.microsoft.com/office/drawing/2014/main" id="{4AB9C5D3-A40B-4656-BC11-3C9757E114E5}"/>
              </a:ext>
            </a:extLst>
          </p:cNvPr>
          <p:cNvSpPr>
            <a:spLocks xmlns:a="http://schemas.openxmlformats.org/drawingml/2006/main" noGrp="1"/>
          </p:cNvSpPr>
          <p:nvPr/>
        </p:nvSpPr>
        <p:spPr>
          <a:xfrm xmlns:a="http://schemas.openxmlformats.org/drawingml/2006/main">
            <a:off x="11982450" y="357187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B1D38"/>
                </a:solidFill>
                <a:latin typeface="Arial"/>
                <a:ea typeface="Arial"/>
                <a:cs typeface="Arial"/>
              </a:defRPr>
            </a:pPr>
            <a:r>
              <a:rPr sz="2175" b="0">
                <a:solidFill>
                  <a:srgbClr val="0B1D38"/>
                </a:solidFill>
                <a:latin typeface="Arial"/>
                <a:ea typeface="Arial"/>
                <a:cs typeface="Arial"/>
              </a:rPr>
              <a:t>Nguồn / trạng thái / thử lại</a:t>
            </a:r>
          </a:p>
        </p:txBody>
      </p:sp>
      <p:sp>
        <p:nvSpPr>
          <p:cNvPr id="37" name="">
            <a:extLst xmlns:a="http://schemas.openxmlformats.org/drawingml/2006/main">
              <a:ext uri="{FF2B5EF4-FFF2-40B4-BE49-F238E27FC236}">
                <a16:creationId xmlns:a16="http://schemas.microsoft.com/office/drawing/2014/main" id="{8B850669-9F00-48EF-9474-4B4C4D7437DA}"/>
              </a:ext>
            </a:extLst>
          </p:cNvPr>
          <p:cNvSpPr>
            <a:spLocks xmlns:a="http://schemas.openxmlformats.org/drawingml/2006/main" noGrp="1"/>
          </p:cNvSpPr>
          <p:nvPr/>
        </p:nvSpPr>
        <p:spPr>
          <a:xfrm xmlns:a="http://schemas.openxmlformats.org/drawingml/2006/main">
            <a:off x="1047750" y="4229100"/>
            <a:ext cx="52863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38" name="FR04 · Hỏi đáp">
            <a:extLst xmlns:a="http://schemas.openxmlformats.org/drawingml/2006/main">
              <a:ext uri="{FF2B5EF4-FFF2-40B4-BE49-F238E27FC236}">
                <a16:creationId xmlns:a16="http://schemas.microsoft.com/office/drawing/2014/main" id="{3CD5DB30-760A-4B54-B6BB-964DFE435E89}"/>
              </a:ext>
            </a:extLst>
          </p:cNvPr>
          <p:cNvSpPr>
            <a:spLocks xmlns:a="http://schemas.openxmlformats.org/drawingml/2006/main" noGrp="1"/>
          </p:cNvSpPr>
          <p:nvPr/>
        </p:nvSpPr>
        <p:spPr>
          <a:xfrm xmlns:a="http://schemas.openxmlformats.org/drawingml/2006/main">
            <a:off x="1219200" y="440055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B1D38"/>
                </a:solidFill>
                <a:latin typeface="Arial"/>
                <a:ea typeface="Arial"/>
                <a:cs typeface="Arial"/>
              </a:defRPr>
            </a:pPr>
            <a:r>
              <a:rPr sz="2175" b="0">
                <a:solidFill>
                  <a:srgbClr val="0B1D38"/>
                </a:solidFill>
                <a:latin typeface="Arial"/>
                <a:ea typeface="Arial"/>
                <a:cs typeface="Arial"/>
              </a:rPr>
              <a:t>FR04 · Hỏi đáp</a:t>
            </a:r>
          </a:p>
        </p:txBody>
      </p:sp>
      <p:sp>
        <p:nvSpPr>
          <p:cNvPr id="39" name="">
            <a:extLst xmlns:a="http://schemas.openxmlformats.org/drawingml/2006/main">
              <a:ext uri="{FF2B5EF4-FFF2-40B4-BE49-F238E27FC236}">
                <a16:creationId xmlns:a16="http://schemas.microsoft.com/office/drawing/2014/main" id="{4E0E496E-2EDA-418B-8976-4093FA6B2F9E}"/>
              </a:ext>
            </a:extLst>
          </p:cNvPr>
          <p:cNvSpPr>
            <a:spLocks xmlns:a="http://schemas.openxmlformats.org/drawingml/2006/main" noGrp="1"/>
          </p:cNvSpPr>
          <p:nvPr/>
        </p:nvSpPr>
        <p:spPr>
          <a:xfrm xmlns:a="http://schemas.openxmlformats.org/drawingml/2006/main">
            <a:off x="6429375" y="4229100"/>
            <a:ext cx="52863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40" name="UC04 · DFD 2.x · Sequence">
            <a:extLst xmlns:a="http://schemas.openxmlformats.org/drawingml/2006/main">
              <a:ext uri="{FF2B5EF4-FFF2-40B4-BE49-F238E27FC236}">
                <a16:creationId xmlns:a16="http://schemas.microsoft.com/office/drawing/2014/main" id="{907AE7AC-A2F8-4B42-80C9-730AE066AD5A}"/>
              </a:ext>
            </a:extLst>
          </p:cNvPr>
          <p:cNvSpPr>
            <a:spLocks xmlns:a="http://schemas.openxmlformats.org/drawingml/2006/main" noGrp="1"/>
          </p:cNvSpPr>
          <p:nvPr/>
        </p:nvSpPr>
        <p:spPr>
          <a:xfrm xmlns:a="http://schemas.openxmlformats.org/drawingml/2006/main">
            <a:off x="6600825" y="440055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B1D38"/>
                </a:solidFill>
                <a:latin typeface="Arial"/>
                <a:ea typeface="Arial"/>
                <a:cs typeface="Arial"/>
              </a:defRPr>
            </a:pPr>
            <a:r>
              <a:rPr sz="2175" b="0">
                <a:solidFill>
                  <a:srgbClr val="0B1D38"/>
                </a:solidFill>
                <a:latin typeface="Arial"/>
                <a:ea typeface="Arial"/>
                <a:cs typeface="Arial"/>
              </a:rPr>
              <a:t>UC04 · DFD 2.x · Sequence</a:t>
            </a:r>
          </a:p>
        </p:txBody>
      </p:sp>
      <p:sp>
        <p:nvSpPr>
          <p:cNvPr id="41" name="">
            <a:extLst xmlns:a="http://schemas.openxmlformats.org/drawingml/2006/main">
              <a:ext uri="{FF2B5EF4-FFF2-40B4-BE49-F238E27FC236}">
                <a16:creationId xmlns:a16="http://schemas.microsoft.com/office/drawing/2014/main" id="{1DFC5860-C9FA-4F1C-802F-B7AFD859B5EF}"/>
              </a:ext>
            </a:extLst>
          </p:cNvPr>
          <p:cNvSpPr>
            <a:spLocks xmlns:a="http://schemas.openxmlformats.org/drawingml/2006/main" noGrp="1"/>
          </p:cNvSpPr>
          <p:nvPr/>
        </p:nvSpPr>
        <p:spPr>
          <a:xfrm xmlns:a="http://schemas.openxmlformats.org/drawingml/2006/main">
            <a:off x="11811000" y="4229100"/>
            <a:ext cx="52863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42" name="Ask / nguồn dẫn / chất lượng">
            <a:extLst xmlns:a="http://schemas.openxmlformats.org/drawingml/2006/main">
              <a:ext uri="{FF2B5EF4-FFF2-40B4-BE49-F238E27FC236}">
                <a16:creationId xmlns:a16="http://schemas.microsoft.com/office/drawing/2014/main" id="{211E10BC-8027-48DD-800D-E6452A9D432C}"/>
              </a:ext>
            </a:extLst>
          </p:cNvPr>
          <p:cNvSpPr>
            <a:spLocks xmlns:a="http://schemas.openxmlformats.org/drawingml/2006/main" noGrp="1"/>
          </p:cNvSpPr>
          <p:nvPr/>
        </p:nvSpPr>
        <p:spPr>
          <a:xfrm xmlns:a="http://schemas.openxmlformats.org/drawingml/2006/main">
            <a:off x="11982450" y="440055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B1D38"/>
                </a:solidFill>
                <a:latin typeface="Arial"/>
                <a:ea typeface="Arial"/>
                <a:cs typeface="Arial"/>
              </a:defRPr>
            </a:pPr>
            <a:r>
              <a:rPr sz="2175" b="0">
                <a:solidFill>
                  <a:srgbClr val="0B1D38"/>
                </a:solidFill>
                <a:latin typeface="Arial"/>
                <a:ea typeface="Arial"/>
                <a:cs typeface="Arial"/>
              </a:rPr>
              <a:t>Ask / nguồn dẫn / chất lượng</a:t>
            </a:r>
          </a:p>
        </p:txBody>
      </p:sp>
      <p:sp>
        <p:nvSpPr>
          <p:cNvPr id="43" name="">
            <a:extLst xmlns:a="http://schemas.openxmlformats.org/drawingml/2006/main">
              <a:ext uri="{FF2B5EF4-FFF2-40B4-BE49-F238E27FC236}">
                <a16:creationId xmlns:a16="http://schemas.microsoft.com/office/drawing/2014/main" id="{40D03704-FFA9-4762-9206-5D7D58774E9E}"/>
              </a:ext>
            </a:extLst>
          </p:cNvPr>
          <p:cNvSpPr>
            <a:spLocks xmlns:a="http://schemas.openxmlformats.org/drawingml/2006/main" noGrp="1"/>
          </p:cNvSpPr>
          <p:nvPr/>
        </p:nvSpPr>
        <p:spPr>
          <a:xfrm xmlns:a="http://schemas.openxmlformats.org/drawingml/2006/main">
            <a:off x="1047750" y="5057775"/>
            <a:ext cx="52863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44" name="FR05 · Ghi chú">
            <a:extLst xmlns:a="http://schemas.openxmlformats.org/drawingml/2006/main">
              <a:ext uri="{FF2B5EF4-FFF2-40B4-BE49-F238E27FC236}">
                <a16:creationId xmlns:a16="http://schemas.microsoft.com/office/drawing/2014/main" id="{2B7D2CC6-D279-4581-B6D3-A93FC930DF93}"/>
              </a:ext>
            </a:extLst>
          </p:cNvPr>
          <p:cNvSpPr>
            <a:spLocks xmlns:a="http://schemas.openxmlformats.org/drawingml/2006/main" noGrp="1"/>
          </p:cNvSpPr>
          <p:nvPr/>
        </p:nvSpPr>
        <p:spPr>
          <a:xfrm xmlns:a="http://schemas.openxmlformats.org/drawingml/2006/main">
            <a:off x="1219200" y="52292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B1D38"/>
                </a:solidFill>
                <a:latin typeface="Arial"/>
                <a:ea typeface="Arial"/>
                <a:cs typeface="Arial"/>
              </a:defRPr>
            </a:pPr>
            <a:r>
              <a:rPr sz="2175" b="0">
                <a:solidFill>
                  <a:srgbClr val="0B1D38"/>
                </a:solidFill>
                <a:latin typeface="Arial"/>
                <a:ea typeface="Arial"/>
                <a:cs typeface="Arial"/>
              </a:rPr>
              <a:t>FR05 · Ghi chú</a:t>
            </a:r>
          </a:p>
        </p:txBody>
      </p:sp>
      <p:sp>
        <p:nvSpPr>
          <p:cNvPr id="45" name="">
            <a:extLst xmlns:a="http://schemas.openxmlformats.org/drawingml/2006/main">
              <a:ext uri="{FF2B5EF4-FFF2-40B4-BE49-F238E27FC236}">
                <a16:creationId xmlns:a16="http://schemas.microsoft.com/office/drawing/2014/main" id="{A23A73E1-976E-4540-BB58-37D366D571BC}"/>
              </a:ext>
            </a:extLst>
          </p:cNvPr>
          <p:cNvSpPr>
            <a:spLocks xmlns:a="http://schemas.openxmlformats.org/drawingml/2006/main" noGrp="1"/>
          </p:cNvSpPr>
          <p:nvPr/>
        </p:nvSpPr>
        <p:spPr>
          <a:xfrm xmlns:a="http://schemas.openxmlformats.org/drawingml/2006/main">
            <a:off x="6429375" y="5057775"/>
            <a:ext cx="52863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46" name="Note · artifact · notebook">
            <a:extLst xmlns:a="http://schemas.openxmlformats.org/drawingml/2006/main">
              <a:ext uri="{FF2B5EF4-FFF2-40B4-BE49-F238E27FC236}">
                <a16:creationId xmlns:a16="http://schemas.microsoft.com/office/drawing/2014/main" id="{9C042719-CB33-4427-BFF8-044E911AD828}"/>
              </a:ext>
            </a:extLst>
          </p:cNvPr>
          <p:cNvSpPr>
            <a:spLocks xmlns:a="http://schemas.openxmlformats.org/drawingml/2006/main" noGrp="1"/>
          </p:cNvSpPr>
          <p:nvPr/>
        </p:nvSpPr>
        <p:spPr>
          <a:xfrm xmlns:a="http://schemas.openxmlformats.org/drawingml/2006/main">
            <a:off x="6600825" y="52292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B1D38"/>
                </a:solidFill>
                <a:latin typeface="Arial"/>
                <a:ea typeface="Arial"/>
                <a:cs typeface="Arial"/>
              </a:defRPr>
            </a:pPr>
            <a:r>
              <a:rPr sz="2175" b="0">
                <a:solidFill>
                  <a:srgbClr val="0B1D38"/>
                </a:solidFill>
                <a:latin typeface="Arial"/>
                <a:ea typeface="Arial"/>
                <a:cs typeface="Arial"/>
              </a:rPr>
              <a:t>Note · artifact · notebook</a:t>
            </a:r>
          </a:p>
        </p:txBody>
      </p:sp>
      <p:sp>
        <p:nvSpPr>
          <p:cNvPr id="47" name="">
            <a:extLst xmlns:a="http://schemas.openxmlformats.org/drawingml/2006/main">
              <a:ext uri="{FF2B5EF4-FFF2-40B4-BE49-F238E27FC236}">
                <a16:creationId xmlns:a16="http://schemas.microsoft.com/office/drawing/2014/main" id="{84762813-F831-4C8A-AC6F-690D32321944}"/>
              </a:ext>
            </a:extLst>
          </p:cNvPr>
          <p:cNvSpPr>
            <a:spLocks xmlns:a="http://schemas.openxmlformats.org/drawingml/2006/main" noGrp="1"/>
          </p:cNvSpPr>
          <p:nvPr/>
        </p:nvSpPr>
        <p:spPr>
          <a:xfrm xmlns:a="http://schemas.openxmlformats.org/drawingml/2006/main">
            <a:off x="11811000" y="5057775"/>
            <a:ext cx="52863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48" name="Workspace / lưu &amp; tìm lại">
            <a:extLst xmlns:a="http://schemas.openxmlformats.org/drawingml/2006/main">
              <a:ext uri="{FF2B5EF4-FFF2-40B4-BE49-F238E27FC236}">
                <a16:creationId xmlns:a16="http://schemas.microsoft.com/office/drawing/2014/main" id="{109B51D0-A258-4711-99D2-4EC8A93021F2}"/>
              </a:ext>
            </a:extLst>
          </p:cNvPr>
          <p:cNvSpPr>
            <a:spLocks xmlns:a="http://schemas.openxmlformats.org/drawingml/2006/main" noGrp="1"/>
          </p:cNvSpPr>
          <p:nvPr/>
        </p:nvSpPr>
        <p:spPr>
          <a:xfrm xmlns:a="http://schemas.openxmlformats.org/drawingml/2006/main">
            <a:off x="11982450" y="52292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B1D38"/>
                </a:solidFill>
                <a:latin typeface="Arial"/>
                <a:ea typeface="Arial"/>
                <a:cs typeface="Arial"/>
              </a:defRPr>
            </a:pPr>
            <a:r>
              <a:rPr sz="2175" b="0">
                <a:solidFill>
                  <a:srgbClr val="0B1D38"/>
                </a:solidFill>
                <a:latin typeface="Arial"/>
                <a:ea typeface="Arial"/>
                <a:cs typeface="Arial"/>
              </a:rPr>
              <a:t>Workspace / lưu &amp; tìm lại</a:t>
            </a:r>
          </a:p>
        </p:txBody>
      </p:sp>
      <p:sp>
        <p:nvSpPr>
          <p:cNvPr id="49" name="">
            <a:extLst xmlns:a="http://schemas.openxmlformats.org/drawingml/2006/main">
              <a:ext uri="{FF2B5EF4-FFF2-40B4-BE49-F238E27FC236}">
                <a16:creationId xmlns:a16="http://schemas.microsoft.com/office/drawing/2014/main" id="{F755A5A5-80A3-43A5-8E0D-7AE7C996DAAD}"/>
              </a:ext>
            </a:extLst>
          </p:cNvPr>
          <p:cNvSpPr>
            <a:spLocks xmlns:a="http://schemas.openxmlformats.org/drawingml/2006/main" noGrp="1"/>
          </p:cNvSpPr>
          <p:nvPr/>
        </p:nvSpPr>
        <p:spPr>
          <a:xfrm xmlns:a="http://schemas.openxmlformats.org/drawingml/2006/main">
            <a:off x="1047750" y="5886450"/>
            <a:ext cx="52863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50" name="FR06 · Media">
            <a:extLst xmlns:a="http://schemas.openxmlformats.org/drawingml/2006/main">
              <a:ext uri="{FF2B5EF4-FFF2-40B4-BE49-F238E27FC236}">
                <a16:creationId xmlns:a16="http://schemas.microsoft.com/office/drawing/2014/main" id="{B8ED0D72-E9F0-4296-855D-2AF5C73CF012}"/>
              </a:ext>
            </a:extLst>
          </p:cNvPr>
          <p:cNvSpPr>
            <a:spLocks xmlns:a="http://schemas.openxmlformats.org/drawingml/2006/main" noGrp="1"/>
          </p:cNvSpPr>
          <p:nvPr/>
        </p:nvSpPr>
        <p:spPr>
          <a:xfrm xmlns:a="http://schemas.openxmlformats.org/drawingml/2006/main">
            <a:off x="1219200" y="60579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B1D38"/>
                </a:solidFill>
                <a:latin typeface="Arial"/>
                <a:ea typeface="Arial"/>
                <a:cs typeface="Arial"/>
              </a:defRPr>
            </a:pPr>
            <a:r>
              <a:rPr sz="2175" b="0">
                <a:solidFill>
                  <a:srgbClr val="0B1D38"/>
                </a:solidFill>
                <a:latin typeface="Arial"/>
                <a:ea typeface="Arial"/>
                <a:cs typeface="Arial"/>
              </a:rPr>
              <a:t>FR06 · Media</a:t>
            </a:r>
          </a:p>
        </p:txBody>
      </p:sp>
      <p:sp>
        <p:nvSpPr>
          <p:cNvPr id="51" name="">
            <a:extLst xmlns:a="http://schemas.openxmlformats.org/drawingml/2006/main">
              <a:ext uri="{FF2B5EF4-FFF2-40B4-BE49-F238E27FC236}">
                <a16:creationId xmlns:a16="http://schemas.microsoft.com/office/drawing/2014/main" id="{B479AB1B-FAC0-4835-8188-8E5C09BBC169}"/>
              </a:ext>
            </a:extLst>
          </p:cNvPr>
          <p:cNvSpPr>
            <a:spLocks xmlns:a="http://schemas.openxmlformats.org/drawingml/2006/main" noGrp="1"/>
          </p:cNvSpPr>
          <p:nvPr/>
        </p:nvSpPr>
        <p:spPr>
          <a:xfrm xmlns:a="http://schemas.openxmlformats.org/drawingml/2006/main">
            <a:off x="6429375" y="5886450"/>
            <a:ext cx="52863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52" name="Episode · command · tệp">
            <a:extLst xmlns:a="http://schemas.openxmlformats.org/drawingml/2006/main">
              <a:ext uri="{FF2B5EF4-FFF2-40B4-BE49-F238E27FC236}">
                <a16:creationId xmlns:a16="http://schemas.microsoft.com/office/drawing/2014/main" id="{A0A6F3CE-45E5-4EA1-82B2-E8820BF4AE78}"/>
              </a:ext>
            </a:extLst>
          </p:cNvPr>
          <p:cNvSpPr>
            <a:spLocks xmlns:a="http://schemas.openxmlformats.org/drawingml/2006/main" noGrp="1"/>
          </p:cNvSpPr>
          <p:nvPr/>
        </p:nvSpPr>
        <p:spPr>
          <a:xfrm xmlns:a="http://schemas.openxmlformats.org/drawingml/2006/main">
            <a:off x="6600825" y="60579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B1D38"/>
                </a:solidFill>
                <a:latin typeface="Arial"/>
                <a:ea typeface="Arial"/>
                <a:cs typeface="Arial"/>
              </a:defRPr>
            </a:pPr>
            <a:r>
              <a:rPr sz="2175" b="0">
                <a:solidFill>
                  <a:srgbClr val="0B1D38"/>
                </a:solidFill>
                <a:latin typeface="Arial"/>
                <a:ea typeface="Arial"/>
                <a:cs typeface="Arial"/>
              </a:rPr>
              <a:t>Episode · command · tệp</a:t>
            </a:r>
          </a:p>
        </p:txBody>
      </p:sp>
      <p:sp>
        <p:nvSpPr>
          <p:cNvPr id="53" name="">
            <a:extLst xmlns:a="http://schemas.openxmlformats.org/drawingml/2006/main">
              <a:ext uri="{FF2B5EF4-FFF2-40B4-BE49-F238E27FC236}">
                <a16:creationId xmlns:a16="http://schemas.microsoft.com/office/drawing/2014/main" id="{F79A27B6-45A1-420F-8BDE-738919A544AB}"/>
              </a:ext>
            </a:extLst>
          </p:cNvPr>
          <p:cNvSpPr>
            <a:spLocks xmlns:a="http://schemas.openxmlformats.org/drawingml/2006/main" noGrp="1"/>
          </p:cNvSpPr>
          <p:nvPr/>
        </p:nvSpPr>
        <p:spPr>
          <a:xfrm xmlns:a="http://schemas.openxmlformats.org/drawingml/2006/main">
            <a:off x="11811000" y="5886450"/>
            <a:ext cx="52863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54" name="Podcast / video / lỗi tác vụ">
            <a:extLst xmlns:a="http://schemas.openxmlformats.org/drawingml/2006/main">
              <a:ext uri="{FF2B5EF4-FFF2-40B4-BE49-F238E27FC236}">
                <a16:creationId xmlns:a16="http://schemas.microsoft.com/office/drawing/2014/main" id="{A39C8EE7-8AF2-4FDE-80B8-4041C1B01B40}"/>
              </a:ext>
            </a:extLst>
          </p:cNvPr>
          <p:cNvSpPr>
            <a:spLocks xmlns:a="http://schemas.openxmlformats.org/drawingml/2006/main" noGrp="1"/>
          </p:cNvSpPr>
          <p:nvPr/>
        </p:nvSpPr>
        <p:spPr>
          <a:xfrm xmlns:a="http://schemas.openxmlformats.org/drawingml/2006/main">
            <a:off x="11982450" y="60579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B1D38"/>
                </a:solidFill>
                <a:latin typeface="Arial"/>
                <a:ea typeface="Arial"/>
                <a:cs typeface="Arial"/>
              </a:defRPr>
            </a:pPr>
            <a:r>
              <a:rPr sz="2175" b="0">
                <a:solidFill>
                  <a:srgbClr val="0B1D38"/>
                </a:solidFill>
                <a:latin typeface="Arial"/>
                <a:ea typeface="Arial"/>
                <a:cs typeface="Arial"/>
              </a:rPr>
              <a:t>Podcast / video / lỗi tác vụ</a:t>
            </a:r>
          </a:p>
        </p:txBody>
      </p:sp>
      <p:sp>
        <p:nvSpPr>
          <p:cNvPr id="55" name="">
            <a:extLst xmlns:a="http://schemas.openxmlformats.org/drawingml/2006/main">
              <a:ext uri="{FF2B5EF4-FFF2-40B4-BE49-F238E27FC236}">
                <a16:creationId xmlns:a16="http://schemas.microsoft.com/office/drawing/2014/main" id="{6B9E200C-6648-4CFB-A758-8F97D5024374}"/>
              </a:ext>
            </a:extLst>
          </p:cNvPr>
          <p:cNvSpPr>
            <a:spLocks xmlns:a="http://schemas.openxmlformats.org/drawingml/2006/main" noGrp="1"/>
          </p:cNvSpPr>
          <p:nvPr/>
        </p:nvSpPr>
        <p:spPr>
          <a:xfrm xmlns:a="http://schemas.openxmlformats.org/drawingml/2006/main">
            <a:off x="1047750" y="6715125"/>
            <a:ext cx="52863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56" name="FR07 · Cấu hình AI">
            <a:extLst xmlns:a="http://schemas.openxmlformats.org/drawingml/2006/main">
              <a:ext uri="{FF2B5EF4-FFF2-40B4-BE49-F238E27FC236}">
                <a16:creationId xmlns:a16="http://schemas.microsoft.com/office/drawing/2014/main" id="{47D4C14E-C2A2-4026-9212-F9248DDDCC1C}"/>
              </a:ext>
            </a:extLst>
          </p:cNvPr>
          <p:cNvSpPr>
            <a:spLocks xmlns:a="http://schemas.openxmlformats.org/drawingml/2006/main" noGrp="1"/>
          </p:cNvSpPr>
          <p:nvPr/>
        </p:nvSpPr>
        <p:spPr>
          <a:xfrm xmlns:a="http://schemas.openxmlformats.org/drawingml/2006/main">
            <a:off x="1219200" y="688657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B1D38"/>
                </a:solidFill>
                <a:latin typeface="Arial"/>
                <a:ea typeface="Arial"/>
                <a:cs typeface="Arial"/>
              </a:defRPr>
            </a:pPr>
            <a:r>
              <a:rPr sz="2175" b="0">
                <a:solidFill>
                  <a:srgbClr val="0B1D38"/>
                </a:solidFill>
                <a:latin typeface="Arial"/>
                <a:ea typeface="Arial"/>
                <a:cs typeface="Arial"/>
              </a:rPr>
              <a:t>FR07 · Cấu hình AI</a:t>
            </a:r>
          </a:p>
        </p:txBody>
      </p:sp>
      <p:sp>
        <p:nvSpPr>
          <p:cNvPr id="57" name="">
            <a:extLst xmlns:a="http://schemas.openxmlformats.org/drawingml/2006/main">
              <a:ext uri="{FF2B5EF4-FFF2-40B4-BE49-F238E27FC236}">
                <a16:creationId xmlns:a16="http://schemas.microsoft.com/office/drawing/2014/main" id="{52801E18-DFB6-4F01-A5F1-A824276F8896}"/>
              </a:ext>
            </a:extLst>
          </p:cNvPr>
          <p:cNvSpPr>
            <a:spLocks xmlns:a="http://schemas.openxmlformats.org/drawingml/2006/main" noGrp="1"/>
          </p:cNvSpPr>
          <p:nvPr/>
        </p:nvSpPr>
        <p:spPr>
          <a:xfrm xmlns:a="http://schemas.openxmlformats.org/drawingml/2006/main">
            <a:off x="6429375" y="6715125"/>
            <a:ext cx="52863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58" name="Model · Credential">
            <a:extLst xmlns:a="http://schemas.openxmlformats.org/drawingml/2006/main">
              <a:ext uri="{FF2B5EF4-FFF2-40B4-BE49-F238E27FC236}">
                <a16:creationId xmlns:a16="http://schemas.microsoft.com/office/drawing/2014/main" id="{16D9EF14-8762-41B4-B151-E939C1F1A829}"/>
              </a:ext>
            </a:extLst>
          </p:cNvPr>
          <p:cNvSpPr>
            <a:spLocks xmlns:a="http://schemas.openxmlformats.org/drawingml/2006/main" noGrp="1"/>
          </p:cNvSpPr>
          <p:nvPr/>
        </p:nvSpPr>
        <p:spPr>
          <a:xfrm xmlns:a="http://schemas.openxmlformats.org/drawingml/2006/main">
            <a:off x="6600825" y="688657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B1D38"/>
                </a:solidFill>
                <a:latin typeface="Arial"/>
                <a:ea typeface="Arial"/>
                <a:cs typeface="Arial"/>
              </a:defRPr>
            </a:pPr>
            <a:r>
              <a:rPr sz="2175" b="0">
                <a:solidFill>
                  <a:srgbClr val="0B1D38"/>
                </a:solidFill>
                <a:latin typeface="Arial"/>
                <a:ea typeface="Arial"/>
                <a:cs typeface="Arial"/>
              </a:rPr>
              <a:t>Model · Credential</a:t>
            </a:r>
          </a:p>
        </p:txBody>
      </p:sp>
      <p:sp>
        <p:nvSpPr>
          <p:cNvPr id="59" name="">
            <a:extLst xmlns:a="http://schemas.openxmlformats.org/drawingml/2006/main">
              <a:ext uri="{FF2B5EF4-FFF2-40B4-BE49-F238E27FC236}">
                <a16:creationId xmlns:a16="http://schemas.microsoft.com/office/drawing/2014/main" id="{6558C0E8-9FB9-4338-BA0E-1D5CC92D3CF7}"/>
              </a:ext>
            </a:extLst>
          </p:cNvPr>
          <p:cNvSpPr>
            <a:spLocks xmlns:a="http://schemas.openxmlformats.org/drawingml/2006/main" noGrp="1"/>
          </p:cNvSpPr>
          <p:nvPr/>
        </p:nvSpPr>
        <p:spPr>
          <a:xfrm xmlns:a="http://schemas.openxmlformats.org/drawingml/2006/main">
            <a:off x="11811000" y="6715125"/>
            <a:ext cx="52863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B1D38"/>
            </a:solidFill>
          </a:ln>
        </p:spPr>
        <p:txBody>
          <a:bodyPr xmlns:a="http://schemas.openxmlformats.org/drawingml/2006/main" anchor="ctr">
            <a:noAutofit/>
          </a:bodyPr>
          <a:lstStyle xmlns:a="http://schemas.openxmlformats.org/drawingml/2006/main"/>
          <a:p xmlns:a="http://schemas.openxmlformats.org/drawingml/2006/main">
            <a:r>
              <a:t/>
            </a:r>
          </a:p>
        </p:txBody>
      </p:sp>
      <p:sp>
        <p:nvSpPr>
          <p:cNvPr id="60" name="Settings / mô hình hợp lệ">
            <a:extLst xmlns:a="http://schemas.openxmlformats.org/drawingml/2006/main">
              <a:ext uri="{FF2B5EF4-FFF2-40B4-BE49-F238E27FC236}">
                <a16:creationId xmlns:a16="http://schemas.microsoft.com/office/drawing/2014/main" id="{C975C11A-B2DC-4F6C-83D5-07D0DD171025}"/>
              </a:ext>
            </a:extLst>
          </p:cNvPr>
          <p:cNvSpPr>
            <a:spLocks xmlns:a="http://schemas.openxmlformats.org/drawingml/2006/main" noGrp="1"/>
          </p:cNvSpPr>
          <p:nvPr/>
        </p:nvSpPr>
        <p:spPr>
          <a:xfrm xmlns:a="http://schemas.openxmlformats.org/drawingml/2006/main">
            <a:off x="11982450" y="688657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B1D38"/>
                </a:solidFill>
                <a:latin typeface="Arial"/>
                <a:ea typeface="Arial"/>
                <a:cs typeface="Arial"/>
              </a:defRPr>
            </a:pPr>
            <a:r>
              <a:rPr sz="2175" b="0">
                <a:solidFill>
                  <a:srgbClr val="0B1D38"/>
                </a:solidFill>
                <a:latin typeface="Arial"/>
                <a:ea typeface="Arial"/>
                <a:cs typeface="Arial"/>
              </a:rPr>
              <a:t>Settings / mô hình hợp lệ</a:t>
            </a:r>
          </a:p>
        </p:txBody>
      </p:sp>
      <p:sp>
        <p:nvSpPr>
          <p:cNvPr id="61" name="Tiếp theo: xác nhận nhu cầu • đo chất lượng dẫn nguồn • thử phục ">
            <a:extLst xmlns:a="http://schemas.openxmlformats.org/drawingml/2006/main">
              <a:ext uri="{FF2B5EF4-FFF2-40B4-BE49-F238E27FC236}">
                <a16:creationId xmlns:a16="http://schemas.microsoft.com/office/drawing/2014/main" id="{BCB472B7-CDD5-4D4E-97D1-A665C4245549}"/>
              </a:ext>
            </a:extLst>
          </p:cNvPr>
          <p:cNvSpPr>
            <a:spLocks xmlns:a="http://schemas.openxmlformats.org/drawingml/2006/main" noGrp="1"/>
          </p:cNvSpPr>
          <p:nvPr/>
        </p:nvSpPr>
        <p:spPr>
          <a:xfrm xmlns:a="http://schemas.openxmlformats.org/drawingml/2006/main">
            <a:off x="1047750" y="7953375"/>
            <a:ext cx="1619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75" b="1">
                <a:solidFill>
                  <a:srgbClr val="0B1D38"/>
                </a:solidFill>
                <a:latin typeface="Arial"/>
                <a:ea typeface="Arial"/>
                <a:cs typeface="Arial"/>
              </a:defRPr>
            </a:pPr>
            <a:r>
              <a:rPr sz="2475" b="1">
                <a:solidFill>
                  <a:srgbClr val="0B1D38"/>
                </a:solidFill>
                <a:latin typeface="Arial"/>
                <a:ea typeface="Arial"/>
                <a:cs typeface="Arial"/>
              </a:rPr>
              <a:t>Tiếp theo: xác nhận nhu cầu • đo chất lượng dẫn nguồn • thử phục hồi worker • kiểm tra sao lưu DB + media</a:t>
            </a:r>
          </a:p>
        </p:txBody>
      </p:sp>
      <p:sp>
        <p:nvSpPr>
          <p:cNvPr id="62" name="Cơ sở: 9 tài liệu học phần và mã nguồn NotebookE. Phân biệt chức ">
            <a:extLst xmlns:a="http://schemas.openxmlformats.org/drawingml/2006/main">
              <a:ext uri="{FF2B5EF4-FFF2-40B4-BE49-F238E27FC236}">
                <a16:creationId xmlns:a16="http://schemas.microsoft.com/office/drawing/2014/main" id="{41C54C60-BB27-491D-A681-696885BC1790}"/>
              </a:ext>
            </a:extLst>
          </p:cNvPr>
          <p:cNvSpPr>
            <a:spLocks xmlns:a="http://schemas.openxmlformats.org/drawingml/2006/main" noGrp="1"/>
          </p:cNvSpPr>
          <p:nvPr/>
        </p:nvSpPr>
        <p:spPr>
          <a:xfrm xmlns:a="http://schemas.openxmlformats.org/drawingml/2006/main">
            <a:off x="1095375" y="869632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8657D"/>
                </a:solidFill>
                <a:latin typeface="Arial"/>
                <a:ea typeface="Arial"/>
                <a:cs typeface="Arial"/>
              </a:defRPr>
            </a:pPr>
            <a:r>
              <a:rPr sz="2025" b="0">
                <a:solidFill>
                  <a:srgbClr val="58657D"/>
                </a:solidFill>
                <a:latin typeface="Arial"/>
                <a:ea typeface="Arial"/>
                <a:cs typeface="Arial"/>
              </a:rPr>
              <a:t>Cơ sở: 9 tài liệu học phần và mã nguồn NotebookE. Phân biệt chức năng hiện có, mô hình phân tích và tiêu chí đề xuất.</a:t>
            </a:r>
          </a:p>
        </p:txBody>
      </p:sp>
    </p:spTree>
    <p:extLst>
      <p:ext uri="{BB962C8B-B14F-4D97-AF65-F5344CB8AC3E}">
        <p14:creationId xmlns:p14="http://schemas.microsoft.com/office/powerpoint/2010/main" val="18561225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2026-09-30T16:50:26.2830000Z</dcterms:created>
  <dcterms:modified xsi:type="dcterms:W3CDTF">2026-09-30T16:50:26.2830000Z</dcterms:modified>
</coreProperties>
</file>