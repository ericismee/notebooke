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0541ae72d8477c" /><Relationship Type="http://schemas.openxmlformats.org/officeDocument/2006/relationships/extended-properties" Target="/docProps/app.xml" Id="R9ad04b3be21e4987" /><Relationship Type="http://schemas.openxmlformats.org/officeDocument/2006/relationships/officeDocument" Target="/ppt/presentation.xml" Id="R0ab56c538eac442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dde78018b024b4e"/>
  </p:sldMasterIdLst>
  <p:notesMasterIdLst>
    <p:notesMasterId xmlns:r="http://schemas.openxmlformats.org/officeDocument/2006/relationships" r:id="R1b77c3c4bda2476b"/>
  </p:notesMasterIdLst>
  <p:sldIdLst>
    <p:sldId xmlns:r="http://schemas.openxmlformats.org/officeDocument/2006/relationships" id="256" r:id="R34f9924058404c74"/>
    <p:sldId xmlns:r="http://schemas.openxmlformats.org/officeDocument/2006/relationships" id="257" r:id="R4b876d8fc5aa41cb"/>
    <p:sldId xmlns:r="http://schemas.openxmlformats.org/officeDocument/2006/relationships" id="258" r:id="Rac85e3ab03744ffd"/>
    <p:sldId xmlns:r="http://schemas.openxmlformats.org/officeDocument/2006/relationships" id="259" r:id="Rb32c098246064492"/>
    <p:sldId xmlns:r="http://schemas.openxmlformats.org/officeDocument/2006/relationships" id="260" r:id="R24b47a09f6134ed0"/>
    <p:sldId xmlns:r="http://schemas.openxmlformats.org/officeDocument/2006/relationships" id="261" r:id="R8a18998566814704"/>
    <p:sldId xmlns:r="http://schemas.openxmlformats.org/officeDocument/2006/relationships" id="262" r:id="Re192e7f9e86041a2"/>
    <p:sldId xmlns:r="http://schemas.openxmlformats.org/officeDocument/2006/relationships" id="263" r:id="R62ed807a527c4457"/>
    <p:sldId xmlns:r="http://schemas.openxmlformats.org/officeDocument/2006/relationships" id="264" r:id="Rbc03b2399eb2424e"/>
    <p:sldId xmlns:r="http://schemas.openxmlformats.org/officeDocument/2006/relationships" id="265" r:id="Rfb471c6b686e4561"/>
    <p:sldId xmlns:r="http://schemas.openxmlformats.org/officeDocument/2006/relationships" id="266" r:id="R5c0d98190ed645ff"/>
    <p:sldId xmlns:r="http://schemas.openxmlformats.org/officeDocument/2006/relationships" id="267" r:id="R8dd04830c57641b3"/>
    <p:sldId xmlns:r="http://schemas.openxmlformats.org/officeDocument/2006/relationships" id="268" r:id="Re44e2987dd1e4025"/>
    <p:sldId xmlns:r="http://schemas.openxmlformats.org/officeDocument/2006/relationships" id="269" r:id="Rbac5fb636a7944c3"/>
    <p:sldId xmlns:r="http://schemas.openxmlformats.org/officeDocument/2006/relationships" id="270" r:id="R8d8210cb46b54a67"/>
    <p:sldId xmlns:r="http://schemas.openxmlformats.org/officeDocument/2006/relationships" id="271" r:id="R11ba83f7453c4d75"/>
    <p:sldId xmlns:r="http://schemas.openxmlformats.org/officeDocument/2006/relationships" id="272" r:id="R4d89318dbf1b4366"/>
    <p:sldId xmlns:r="http://schemas.openxmlformats.org/officeDocument/2006/relationships" id="273" r:id="Rc82e1afae4424e92"/>
    <p:sldId xmlns:r="http://schemas.openxmlformats.org/officeDocument/2006/relationships" id="274" r:id="Rb19d53742f1f4717"/>
    <p:sldId xmlns:r="http://schemas.openxmlformats.org/officeDocument/2006/relationships" id="275" r:id="R2e5fb7c304674240"/>
    <p:sldId xmlns:r="http://schemas.openxmlformats.org/officeDocument/2006/relationships" id="276" r:id="R6d7f417dcb214799"/>
    <p:sldId xmlns:r="http://schemas.openxmlformats.org/officeDocument/2006/relationships" id="277" r:id="R55f5d8e074f54d83"/>
    <p:sldId xmlns:r="http://schemas.openxmlformats.org/officeDocument/2006/relationships" id="278" r:id="R288ba595e3c1449a"/>
    <p:sldId xmlns:r="http://schemas.openxmlformats.org/officeDocument/2006/relationships" id="279" r:id="R748f5524233a4f96"/>
    <p:sldId xmlns:r="http://schemas.openxmlformats.org/officeDocument/2006/relationships" id="280" r:id="R86ad20c548e84078"/>
    <p:sldId xmlns:r="http://schemas.openxmlformats.org/officeDocument/2006/relationships" id="281" r:id="Rcac6c811ca934247"/>
    <p:sldId xmlns:r="http://schemas.openxmlformats.org/officeDocument/2006/relationships" id="282" r:id="R4798dd9efc774348"/>
  </p:sldIdLst>
  <p:sldSz cx="18288000" cy="10287000"/>
  <p:notesSz cx="6858000" cy="9144000"/>
  <p:embeddedFontLst>
    <p:embeddedFont>
      <p:font typeface="Times New Roman Bold"/>
      <p:regular xmlns:r="http://schemas.openxmlformats.org/officeDocument/2006/relationships" r:id="Rcd972700ce694829"/>
    </p:embeddedFont>
    <p:embeddedFont>
      <p:font typeface="Times New Roman"/>
      <p:regular xmlns:r="http://schemas.openxmlformats.org/officeDocument/2006/relationships" r:id="Red452a88b3464199"/>
    </p:embeddedFont>
    <p:embeddedFont>
      <p:font typeface="Bree Serif"/>
      <p:regular xmlns:r="http://schemas.openxmlformats.org/officeDocument/2006/relationships" r:id="R34eb4939785f4ab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14ce78ea7c4de2" /><Relationship Type="http://schemas.openxmlformats.org/officeDocument/2006/relationships/slideMaster" Target="/ppt/slideMasters/slideMaster1.xml" Id="R1dde78018b024b4e" /><Relationship Type="http://schemas.openxmlformats.org/officeDocument/2006/relationships/notesMaster" Target="/ppt/notesMasters/notesMaster1.xml" Id="R1b77c3c4bda2476b" /><Relationship Type="http://schemas.openxmlformats.org/officeDocument/2006/relationships/presProps" Target="/ppt/presProps.xml" Id="R9a78d46ac199443c" /><Relationship Type="http://schemas.openxmlformats.org/officeDocument/2006/relationships/viewProps" Target="/ppt/viewProps.xml" Id="R901d5b5c72e74e55" /><Relationship Type="http://schemas.openxmlformats.org/officeDocument/2006/relationships/tableStyles" Target="/ppt/tableStyles.xml" Id="R52362685af954cc7" /><Relationship Type="http://schemas.openxmlformats.org/officeDocument/2006/relationships/font" Target="/ppt/fonts/font.dat" Id="Rcd972700ce694829" /><Relationship Type="http://schemas.openxmlformats.org/officeDocument/2006/relationships/font" Target="/ppt/fonts/font2.dat" Id="Red452a88b3464199" /><Relationship Type="http://schemas.openxmlformats.org/officeDocument/2006/relationships/font" Target="/ppt/fonts/font3.dat" Id="R34eb4939785f4ab1" /><Relationship Type="http://schemas.openxmlformats.org/officeDocument/2006/relationships/slide" Target="/ppt/slides/slide1.xml" Id="R34f9924058404c74" /><Relationship Type="http://schemas.openxmlformats.org/officeDocument/2006/relationships/slide" Target="/ppt/slides/slide2.xml" Id="R4b876d8fc5aa41cb" /><Relationship Type="http://schemas.openxmlformats.org/officeDocument/2006/relationships/slide" Target="/ppt/slides/slide3.xml" Id="Rac85e3ab03744ffd" /><Relationship Type="http://schemas.openxmlformats.org/officeDocument/2006/relationships/slide" Target="/ppt/slides/slide4.xml" Id="Rb32c098246064492" /><Relationship Type="http://schemas.openxmlformats.org/officeDocument/2006/relationships/slide" Target="/ppt/slides/slide5.xml" Id="R24b47a09f6134ed0" /><Relationship Type="http://schemas.openxmlformats.org/officeDocument/2006/relationships/slide" Target="/ppt/slides/slide6.xml" Id="R8a18998566814704" /><Relationship Type="http://schemas.openxmlformats.org/officeDocument/2006/relationships/slide" Target="/ppt/slides/slide7.xml" Id="Re192e7f9e86041a2" /><Relationship Type="http://schemas.openxmlformats.org/officeDocument/2006/relationships/slide" Target="/ppt/slides/slide8.xml" Id="R62ed807a527c4457" /><Relationship Type="http://schemas.openxmlformats.org/officeDocument/2006/relationships/slide" Target="/ppt/slides/slide9.xml" Id="Rbc03b2399eb2424e" /><Relationship Type="http://schemas.openxmlformats.org/officeDocument/2006/relationships/slide" Target="/ppt/slides/slide10.xml" Id="Rfb471c6b686e4561" /><Relationship Type="http://schemas.openxmlformats.org/officeDocument/2006/relationships/slide" Target="/ppt/slides/slide11.xml" Id="R5c0d98190ed645ff" /><Relationship Type="http://schemas.openxmlformats.org/officeDocument/2006/relationships/slide" Target="/ppt/slides/slide12.xml" Id="R8dd04830c57641b3" /><Relationship Type="http://schemas.openxmlformats.org/officeDocument/2006/relationships/slide" Target="/ppt/slides/slide13.xml" Id="Re44e2987dd1e4025" /><Relationship Type="http://schemas.openxmlformats.org/officeDocument/2006/relationships/slide" Target="/ppt/slides/slide14.xml" Id="Rbac5fb636a7944c3" /><Relationship Type="http://schemas.openxmlformats.org/officeDocument/2006/relationships/slide" Target="/ppt/slides/slide15.xml" Id="R8d8210cb46b54a67" /><Relationship Type="http://schemas.openxmlformats.org/officeDocument/2006/relationships/slide" Target="/ppt/slides/slide16.xml" Id="R11ba83f7453c4d75" /><Relationship Type="http://schemas.openxmlformats.org/officeDocument/2006/relationships/slide" Target="/ppt/slides/slide17.xml" Id="R4d89318dbf1b4366" /><Relationship Type="http://schemas.openxmlformats.org/officeDocument/2006/relationships/slide" Target="/ppt/slides/slide18.xml" Id="Rc82e1afae4424e92" /><Relationship Type="http://schemas.openxmlformats.org/officeDocument/2006/relationships/slide" Target="/ppt/slides/slide19.xml" Id="Rb19d53742f1f4717" /><Relationship Type="http://schemas.openxmlformats.org/officeDocument/2006/relationships/slide" Target="/ppt/slides/slide20.xml" Id="R2e5fb7c304674240" /><Relationship Type="http://schemas.openxmlformats.org/officeDocument/2006/relationships/slide" Target="/ppt/slides/slide21.xml" Id="R6d7f417dcb214799" /><Relationship Type="http://schemas.openxmlformats.org/officeDocument/2006/relationships/slide" Target="/ppt/slides/slide22.xml" Id="R55f5d8e074f54d83" /><Relationship Type="http://schemas.openxmlformats.org/officeDocument/2006/relationships/slide" Target="/ppt/slides/slide23.xml" Id="R288ba595e3c1449a" /><Relationship Type="http://schemas.openxmlformats.org/officeDocument/2006/relationships/slide" Target="/ppt/slides/slide24.xml" Id="R748f5524233a4f96" /><Relationship Type="http://schemas.openxmlformats.org/officeDocument/2006/relationships/slide" Target="/ppt/slides/slide25.xml" Id="R86ad20c548e84078" /><Relationship Type="http://schemas.openxmlformats.org/officeDocument/2006/relationships/slide" Target="/ppt/slides/slide26.xml" Id="Rcac6c811ca934247" /><Relationship Type="http://schemas.openxmlformats.org/officeDocument/2006/relationships/slide" Target="/ppt/slides/slide27.xml" Id="R4798dd9efc77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e855a5dc741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ada30d528b4228" /><Relationship Type="http://schemas.openxmlformats.org/officeDocument/2006/relationships/notesMaster" Target="/ppt/notesMasters/notesMaster1.xml" Id="Rbe97ef05208743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8c560b125d4813" /><Relationship Type="http://schemas.openxmlformats.org/officeDocument/2006/relationships/notesMaster" Target="/ppt/notesMasters/notesMaster1.xml" Id="R2bf8fc0c4485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fd95d0472a40be" /><Relationship Type="http://schemas.openxmlformats.org/officeDocument/2006/relationships/notesMaster" Target="/ppt/notesMasters/notesMaster1.xml" Id="R5ed9a762dc4740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7fd32eb74e40a1" /><Relationship Type="http://schemas.openxmlformats.org/officeDocument/2006/relationships/notesMaster" Target="/ppt/notesMasters/notesMaster1.xml" Id="Rd6d33f1a961f41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37ed946c4a476b" /><Relationship Type="http://schemas.openxmlformats.org/officeDocument/2006/relationships/notesMaster" Target="/ppt/notesMasters/notesMaster1.xml" Id="R0ddc1c28b02141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3b6c791a024353" /><Relationship Type="http://schemas.openxmlformats.org/officeDocument/2006/relationships/notesMaster" Target="/ppt/notesMasters/notesMaster1.xml" Id="R20cb6bfed2aa44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74f51d2d9740cf" /><Relationship Type="http://schemas.openxmlformats.org/officeDocument/2006/relationships/notesMaster" Target="/ppt/notesMasters/notesMaster1.xml" Id="R0b2ab02868c34b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86e984d8b5483c" /><Relationship Type="http://schemas.openxmlformats.org/officeDocument/2006/relationships/notesMaster" Target="/ppt/notesMasters/notesMaster1.xml" Id="R195386df50354d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3cdf26b7ff47d6" /><Relationship Type="http://schemas.openxmlformats.org/officeDocument/2006/relationships/notesMaster" Target="/ppt/notesMasters/notesMaster1.xml" Id="R79eb108543ea4c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7c70633556447a" /><Relationship Type="http://schemas.openxmlformats.org/officeDocument/2006/relationships/notesMaster" Target="/ppt/notesMasters/notesMaster1.xml" Id="R879b71e8c5f04d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03e331739b4da6" /><Relationship Type="http://schemas.openxmlformats.org/officeDocument/2006/relationships/notesMaster" Target="/ppt/notesMasters/notesMaster1.xml" Id="Rb3748af643cb43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c22f92ee9c4138" /><Relationship Type="http://schemas.openxmlformats.org/officeDocument/2006/relationships/notesMaster" Target="/ppt/notesMasters/notesMaster1.xml" Id="Read9cdac063d49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b1c5ebb3f7455b" /><Relationship Type="http://schemas.openxmlformats.org/officeDocument/2006/relationships/notesMaster" Target="/ppt/notesMasters/notesMaster1.xml" Id="R5a524e5e253845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0cac40c1a94045" /><Relationship Type="http://schemas.openxmlformats.org/officeDocument/2006/relationships/notesMaster" Target="/ppt/notesMasters/notesMaster1.xml" Id="R5666c60e48ea46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a8eeb8ad244187" /><Relationship Type="http://schemas.openxmlformats.org/officeDocument/2006/relationships/notesMaster" Target="/ppt/notesMasters/notesMaster1.xml" Id="Rb7b6f24c32464e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3273fcedd14c91" /><Relationship Type="http://schemas.openxmlformats.org/officeDocument/2006/relationships/notesMaster" Target="/ppt/notesMasters/notesMaster1.xml" Id="R391bc845e40440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88414ed5c049fb" /><Relationship Type="http://schemas.openxmlformats.org/officeDocument/2006/relationships/notesMaster" Target="/ppt/notesMasters/notesMaster1.xml" Id="Rc1293639e7e948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d52340368d46f3" /><Relationship Type="http://schemas.openxmlformats.org/officeDocument/2006/relationships/notesMaster" Target="/ppt/notesMasters/notesMaster1.xml" Id="R27d0ab4591b142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3ce4cbfab44a44" /><Relationship Type="http://schemas.openxmlformats.org/officeDocument/2006/relationships/notesMaster" Target="/ppt/notesMasters/notesMaster1.xml" Id="R8f74f982266742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8b8759e4c94fc7" /><Relationship Type="http://schemas.openxmlformats.org/officeDocument/2006/relationships/notesMaster" Target="/ppt/notesMasters/notesMaster1.xml" Id="Rf3004c5786b74f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2140527eab4c7d" /><Relationship Type="http://schemas.openxmlformats.org/officeDocument/2006/relationships/notesMaster" Target="/ppt/notesMasters/notesMaster1.xml" Id="R020d59f6ec6f4d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238147e05b64d72" /><Relationship Type="http://schemas.openxmlformats.org/officeDocument/2006/relationships/notesMaster" Target="/ppt/notesMasters/notesMaster1.xml" Id="Rb9b2f3ca466d43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f97214c4e354523" /><Relationship Type="http://schemas.openxmlformats.org/officeDocument/2006/relationships/notesMaster" Target="/ppt/notesMasters/notesMaster1.xml" Id="Ra29b93f7873447f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c093e854a5447f" /><Relationship Type="http://schemas.openxmlformats.org/officeDocument/2006/relationships/notesMaster" Target="/ppt/notesMasters/notesMaster1.xml" Id="Re0af6f6b7f6d4b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182196257c41d9" /><Relationship Type="http://schemas.openxmlformats.org/officeDocument/2006/relationships/notesMaster" Target="/ppt/notesMasters/notesMaster1.xml" Id="R6a87c5a9e04244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c0b963bcd540bb" /><Relationship Type="http://schemas.openxmlformats.org/officeDocument/2006/relationships/notesMaster" Target="/ppt/notesMasters/notesMaster1.xml" Id="R079d05f5ba2443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9b0bf5e3222451b" /><Relationship Type="http://schemas.openxmlformats.org/officeDocument/2006/relationships/notesMaster" Target="/ppt/notesMasters/notesMaster1.xml" Id="R494afec3259b41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pdf/Xây dựng NotebookLM đơn giản.pptx. Dựa trên 9 tài liệu PDF và mã nguồn NotebookE. Giữ thông tin nhóm và giảng viên từ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pdf/*.pdf, VISION.md, docs/7-DEVELOPMENT/architecture.md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pdf/YeuCauNguoiSuDung.pdf, VISION.md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api/routers, notebooke/domain, pdf/YeuCauNguoiSuDung.pdf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VISION.md, AGENTS.md, notebooke/AGENTS.md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pdf/MoHinhHoaYeuCau.pdf, docs/assets/report/use-case-notebooke.svg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pdf/MoHinhHoaYeuCau.pdf, api/routers/search.py, notebooke/graphs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pdf/DFD.pdf, api/routers, VISION.md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pdf/DFD.pdf, api/routers, migrations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pdf/DFD.pdf, api/routers/sources.py, commands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pdf/DFD.pdf, notebooke/graphs/ask.py, api/routers/search.py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pdf/DFD.pdf, api/routers/podcasts.py, api/routers/videos.py, commands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pdf/MoHinhHoaYeuCau_TT.pdf, docs/assets/report/activity-source-processing.drawio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pdf/MoHinhHoaYeuCau_TT.pdf, docs/assets/report/sequence-rag-question-answering.drawio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pdf/MoHinhHoaYeuCau_TT.pdf, docs/assets/report/podcast-generation-sequence.drawio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pdf/OOAD_KhaiNiemCoBan.pdf, pdf/PhanTichHuongDoiTuongP1.pdf, notebooke/domain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pdf/PhanTichHuongDoiTuongP1.pdf, notebooke/domain/notebook.py, migrations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pdf/PhanTichHuongDoiTuongP1.pdf, notebooke/domain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pdf/PhanTichHuongDoiTuongP2.pdf, api/routers/sources.py, surreal-commands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pdf/ThietKeDuLieuLuuTru.pdf, migrations, notebooke/database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migrations, docs/assets/report/data-model-erd-notebooke.drawio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pdf/ThietKeDuLieuLuuTru.pdf, migrations, notebooke/domain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AGENTS.md, docs/7-DEVELOPMENT/architecture.md, docs/assets/report/architecture-overview-notebooke.drawio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AGENTS.md, docker-compose.yml, docs/assets/report/deployment-diagram-notebooke.drawio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pdf/ThietKeGiaoDien.pdf, frontend/src, docs/assets/notebooke-notebooks.png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pdf/ThietKeGiaoDien.pdf, docs/assets/notebooke-workspace.png, docs/assets/notebooke-ask-search.png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pdf/*.pdf, api/routers, notebooke/domain, frontend/src</a:t>
            </a:r>
          </a:p>
          <a:p xmlns:a="http://schemas.openxmlformats.org/drawingml/2006/main">
            <a:r>
              <a:t>Phân tích dựa trên mã nguồn tại thời điểm khảo sát. Các yêu cầu đề xuất được ghi rõ, không khẳng định đã triển khai.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8846b587c4c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d3170550b4c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8b0155d7549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e2ffaf0f645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05948fbf04c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a0417a8434e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c235209174c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b16f3c35747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29f00513047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dea044f57469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a5ec33e4c47b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7EDB1-DFE7-4EC3-A6EA-BF663A9B761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E1AC1AC-F30F-41A8-BE03-0A71F0FAE6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CB68F7-2C80-48C0-B325-E3C38BB11E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722BDE-8CB6-4255-951E-22D6DF862B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5BFA12-F028-427C-8749-166A74137B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AA0D43-658F-4CC2-BC8F-2CFF3621A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F33B69-5C76-4283-9540-C8014592DF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D7CC50-A792-442C-9472-49421E0A4C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2F0F65-42C2-4E85-AE60-6B22C6752F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E17368-6354-4B61-8BAB-1BF7294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E9752E-47A5-46D8-BF84-9715BA71C1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BC5D56-4471-464C-B66F-28FB1E924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7E8B14-D812-47FB-B4CF-7F441348F0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959062-E1F4-4D28-9992-4637C4508F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7E48A9-084C-4DC5-B1F4-494B9BCCD6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616E31-7B56-44C4-801A-E02E9E2C3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E40B7-02B2-43D4-960F-CC457C1F91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1C62599-5A5D-4C4C-9600-E6E24B3573F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B46DEE-2777-4B8C-AE3F-63BA3C2FB0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09F461F-1307-43BB-ABBB-9C01299479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5B2802-B1FC-4CFC-ADA9-7FA9940CC4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53A0C2-5BC3-46F4-87BF-FAAE5F288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E411BF-1538-4B8D-92FB-1B6283E3FB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587033E-52ED-49CC-8EDC-CC6C1D471D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8A13D8-6383-4680-B55B-90BDE762F3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345373B-AF97-4EE4-8121-1FC13E2D775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F213791-BABE-43E2-B4FF-9692BFDA8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50F9D28-8F78-432F-A903-6A3FEB82BA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20E5F1D-D75C-4C23-B890-205DD6CD5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87924D-7AB1-44CE-AE9A-B5286ED194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F8CFDAF-3596-49A9-A47F-F66AFDA00B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7835EDA-26CE-4C15-984A-15AB30BA34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EEE228-AAA3-4005-9642-33A8C0BDDE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4AFBBA0-4275-4A99-909D-5BBA3B6496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A3DCF27-D546-46A3-B645-A878549C1F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37E8393-ED9D-44AE-9021-20E875B8D4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AA8F0E-326B-47A3-9ED3-ABA2FADB6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6F1E18-5212-45ED-AC90-F307CF70F70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7E3FD0E-CD87-42F5-AC7F-9CAB7F9A89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5CA41DE-4139-40D2-A332-96EC725C48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24ABE1-BADD-4D21-A93B-C65790E8C8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B20C1D9-DF9C-4FC1-9AEC-FB518DBF4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97A35C-AAC6-458C-BA50-75C429226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5D09842-4A39-4FC0-B5A4-A9A83BD2063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0596446-A931-4852-A2D7-07774C84E4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FFCD34-0D23-43C5-B191-48E5D766D7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310117B-D8DA-4183-B06A-55C4B28499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6EEC370-7A9D-4C6F-9F26-2F58AD33BD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DB848D-CE84-43B1-AEF5-1B7DBBCD76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ABFBD2-24B9-4FB7-88DB-E5670E0DCD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C63929-D089-4B4C-8E89-84A98D90A0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4570FC-4E5B-418A-A410-F25D2133A2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7C85E5-CC27-4B59-BE33-070FFB8BA7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4C6506-5878-4049-A91E-E449428F4F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73BE99-BB20-4092-8CC3-CE0E6AE8C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F2F92D-49CC-455E-AEDE-6B3C0BA3DC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9A5897-0126-4634-936B-07EF7A082D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08CC8C4-20BA-4C47-BD47-F2918CAE17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c24bb14fc44b80" /><Relationship Type="http://schemas.openxmlformats.org/officeDocument/2006/relationships/slideLayout" Target="/ppt/slideLayouts/slideLayout1.xml" Id="Raaf61f3ba32543cf" /><Relationship Type="http://schemas.openxmlformats.org/officeDocument/2006/relationships/slideLayout" Target="/ppt/slideLayouts/slideLayout2.xml" Id="R152d1b6f7c464438" /><Relationship Type="http://schemas.openxmlformats.org/officeDocument/2006/relationships/slideLayout" Target="/ppt/slideLayouts/slideLayout3.xml" Id="R9b0fde7e4955422e" /><Relationship Type="http://schemas.openxmlformats.org/officeDocument/2006/relationships/slideLayout" Target="/ppt/slideLayouts/slideLayout4.xml" Id="Re4250efd3e624e28" /><Relationship Type="http://schemas.openxmlformats.org/officeDocument/2006/relationships/slideLayout" Target="/ppt/slideLayouts/slideLayout5.xml" Id="R30ab16203da5489f" /><Relationship Type="http://schemas.openxmlformats.org/officeDocument/2006/relationships/slideLayout" Target="/ppt/slideLayouts/slideLayout6.xml" Id="R86ffeb674fb84dda" /><Relationship Type="http://schemas.openxmlformats.org/officeDocument/2006/relationships/slideLayout" Target="/ppt/slideLayouts/slideLayout7.xml" Id="R756b4fa0e26945a0" /><Relationship Type="http://schemas.openxmlformats.org/officeDocument/2006/relationships/slideLayout" Target="/ppt/slideLayouts/slideLayout8.xml" Id="R00fdd12a37ca4b6f" /><Relationship Type="http://schemas.openxmlformats.org/officeDocument/2006/relationships/slideLayout" Target="/ppt/slideLayouts/slideLayout9.xml" Id="Rc0e800128fbb4aa0" /><Relationship Type="http://schemas.openxmlformats.org/officeDocument/2006/relationships/slideLayout" Target="/ppt/slideLayouts/slideLayout10.xml" Id="Reb57ab377a1f44d7" /><Relationship Type="http://schemas.openxmlformats.org/officeDocument/2006/relationships/slideLayout" Target="/ppt/slideLayouts/slideLayout11.xml" Id="R16b9186f61a94d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0358BAA-2C9A-4246-8B27-125F1AFC81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0B54A6-9810-4470-AEF9-D3F3C15FA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62933A-B524-4B56-9A61-B68BA68B7DE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AD4F69-7F94-4CFE-8F6D-F00CA04136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3359BF-BCA0-4DCC-A832-68D61BF726D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61f3ba32543cf"/>
    <p:sldLayoutId xmlns:r="http://schemas.openxmlformats.org/officeDocument/2006/relationships" id="2147483650" r:id="R152d1b6f7c464438"/>
    <p:sldLayoutId xmlns:r="http://schemas.openxmlformats.org/officeDocument/2006/relationships" id="2147483651" r:id="R9b0fde7e4955422e"/>
    <p:sldLayoutId xmlns:r="http://schemas.openxmlformats.org/officeDocument/2006/relationships" id="2147483652" r:id="Re4250efd3e624e28"/>
    <p:sldLayoutId xmlns:r="http://schemas.openxmlformats.org/officeDocument/2006/relationships" id="2147483653" r:id="R30ab16203da5489f"/>
    <p:sldLayoutId xmlns:r="http://schemas.openxmlformats.org/officeDocument/2006/relationships" id="2147483654" r:id="R86ffeb674fb84dda"/>
    <p:sldLayoutId xmlns:r="http://schemas.openxmlformats.org/officeDocument/2006/relationships" id="2147483655" r:id="R756b4fa0e26945a0"/>
    <p:sldLayoutId xmlns:r="http://schemas.openxmlformats.org/officeDocument/2006/relationships" id="2147483656" r:id="R00fdd12a37ca4b6f"/>
    <p:sldLayoutId xmlns:r="http://schemas.openxmlformats.org/officeDocument/2006/relationships" id="2147483657" r:id="Rc0e800128fbb4aa0"/>
    <p:sldLayoutId xmlns:r="http://schemas.openxmlformats.org/officeDocument/2006/relationships" id="2147483658" r:id="Reb57ab377a1f44d7"/>
    <p:sldLayoutId xmlns:r="http://schemas.openxmlformats.org/officeDocument/2006/relationships" id="2147483659" r:id="R16b9186f61a94d89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cab9abac704c9e" /><Relationship Type="http://schemas.openxmlformats.org/officeDocument/2006/relationships/image" Target="/ppt/media/image.png" Id="R591f83aa4dbe439c" /><Relationship Type="http://schemas.openxmlformats.org/officeDocument/2006/relationships/image" Target="/ppt/media/image.svg" Id="R06f6a74a602e491e" /><Relationship Type="http://schemas.openxmlformats.org/officeDocument/2006/relationships/image" Target="/ppt/media/image2.png" Id="R9a6ce415de1945df" /><Relationship Type="http://schemas.openxmlformats.org/officeDocument/2006/relationships/image" Target="/ppt/media/image2.svg" Id="R6edeb7c172054d95" /><Relationship Type="http://schemas.openxmlformats.org/officeDocument/2006/relationships/notesSlide" Target="/ppt/notesSlides/notesSlide1.xml" Id="R5c11c489145042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8ea08b9f36469e" /><Relationship Type="http://schemas.openxmlformats.org/officeDocument/2006/relationships/image" Target="/ppt/media/image3.png" Id="Rc469ce1a03634da7" /><Relationship Type="http://schemas.openxmlformats.org/officeDocument/2006/relationships/image" Target="/ppt/media/image3.svg" Id="Rf5601d5c7e78463e" /><Relationship Type="http://schemas.openxmlformats.org/officeDocument/2006/relationships/notesSlide" Target="/ppt/notesSlides/notesSlide2.xml" Id="R67b53dda8fa148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9372204c094d20" /><Relationship Type="http://schemas.openxmlformats.org/officeDocument/2006/relationships/image" Target="/ppt/media/image3.png" Id="R866ad0e9a02a4ddc" /><Relationship Type="http://schemas.openxmlformats.org/officeDocument/2006/relationships/image" Target="/ppt/media/image3.svg" Id="R039e2b356be94616" /><Relationship Type="http://schemas.openxmlformats.org/officeDocument/2006/relationships/notesSlide" Target="/ppt/notesSlides/notesSlide3.xml" Id="Rd55ae4bac1da40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6ac90413ec479f" /><Relationship Type="http://schemas.openxmlformats.org/officeDocument/2006/relationships/image" Target="/ppt/media/image3.png" Id="Rf049228ef8dd4f6d" /><Relationship Type="http://schemas.openxmlformats.org/officeDocument/2006/relationships/image" Target="/ppt/media/image3.svg" Id="Rd1cc26300ea64f0a" /><Relationship Type="http://schemas.openxmlformats.org/officeDocument/2006/relationships/notesSlide" Target="/ppt/notesSlides/notesSlide4.xml" Id="Rfcbe68c075d148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1fa2f316d04b59" /><Relationship Type="http://schemas.openxmlformats.org/officeDocument/2006/relationships/image" Target="/ppt/media/image3.png" Id="R26ea352e33a24872" /><Relationship Type="http://schemas.openxmlformats.org/officeDocument/2006/relationships/image" Target="/ppt/media/image3.svg" Id="Rb185258040394045" /><Relationship Type="http://schemas.openxmlformats.org/officeDocument/2006/relationships/notesSlide" Target="/ppt/notesSlides/notesSlide5.xml" Id="Ra78cb5d2e7544d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fb38a4004a4aef" /><Relationship Type="http://schemas.openxmlformats.org/officeDocument/2006/relationships/image" Target="/ppt/media/image3.png" Id="Rf15818216423409d" /><Relationship Type="http://schemas.openxmlformats.org/officeDocument/2006/relationships/image" Target="/ppt/media/image3.svg" Id="R7ab5a96e7bd246e4" /><Relationship Type="http://schemas.openxmlformats.org/officeDocument/2006/relationships/image" Target="/ppt/media/image4.png" Id="Rad3bf47d96e2446e" /><Relationship Type="http://schemas.openxmlformats.org/officeDocument/2006/relationships/notesSlide" Target="/ppt/notesSlides/notesSlide6.xml" Id="R79f4eba48d1041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20a878b799423a" /><Relationship Type="http://schemas.openxmlformats.org/officeDocument/2006/relationships/image" Target="/ppt/media/image3.png" Id="R1dc742b56dd24c3a" /><Relationship Type="http://schemas.openxmlformats.org/officeDocument/2006/relationships/image" Target="/ppt/media/image3.svg" Id="Rb79d79e9d9df486f" /><Relationship Type="http://schemas.openxmlformats.org/officeDocument/2006/relationships/notesSlide" Target="/ppt/notesSlides/notesSlide7.xml" Id="R327e69fa61ea45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767baa0564482a" /><Relationship Type="http://schemas.openxmlformats.org/officeDocument/2006/relationships/image" Target="/ppt/media/image3.png" Id="R112e60f2d2af49d2" /><Relationship Type="http://schemas.openxmlformats.org/officeDocument/2006/relationships/image" Target="/ppt/media/image3.svg" Id="R0def55b8e9b94466" /><Relationship Type="http://schemas.openxmlformats.org/officeDocument/2006/relationships/notesSlide" Target="/ppt/notesSlides/notesSlide8.xml" Id="Rfd1618fc72ad43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3b44bd773142f3" /><Relationship Type="http://schemas.openxmlformats.org/officeDocument/2006/relationships/image" Target="/ppt/media/image3.png" Id="R443879da1996477d" /><Relationship Type="http://schemas.openxmlformats.org/officeDocument/2006/relationships/image" Target="/ppt/media/image3.svg" Id="Rdbe034c3db6b41b1" /><Relationship Type="http://schemas.openxmlformats.org/officeDocument/2006/relationships/notesSlide" Target="/ppt/notesSlides/notesSlide9.xml" Id="R8cc5ecf848f544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5230be2d554909" /><Relationship Type="http://schemas.openxmlformats.org/officeDocument/2006/relationships/image" Target="/ppt/media/image3.png" Id="R83ddc01dca124591" /><Relationship Type="http://schemas.openxmlformats.org/officeDocument/2006/relationships/image" Target="/ppt/media/image3.svg" Id="R91eaece9cc8146fd" /><Relationship Type="http://schemas.openxmlformats.org/officeDocument/2006/relationships/notesSlide" Target="/ppt/notesSlides/notesSlide10.xml" Id="R1d4d2fb072ed4d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73b1cdb4414487" /><Relationship Type="http://schemas.openxmlformats.org/officeDocument/2006/relationships/image" Target="/ppt/media/image3.png" Id="Rffc2fa890ebb422e" /><Relationship Type="http://schemas.openxmlformats.org/officeDocument/2006/relationships/image" Target="/ppt/media/image3.svg" Id="Rf3adca96efe44bb2" /><Relationship Type="http://schemas.openxmlformats.org/officeDocument/2006/relationships/notesSlide" Target="/ppt/notesSlides/notesSlide11.xml" Id="Rd8cf008f86f349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db764d26df4d00" /><Relationship Type="http://schemas.openxmlformats.org/officeDocument/2006/relationships/image" Target="/ppt/media/image3.png" Id="Rd286044e962d47ee" /><Relationship Type="http://schemas.openxmlformats.org/officeDocument/2006/relationships/image" Target="/ppt/media/image3.svg" Id="R0dd76171d92044e5" /><Relationship Type="http://schemas.openxmlformats.org/officeDocument/2006/relationships/notesSlide" Target="/ppt/notesSlides/notesSlide12.xml" Id="R830b3d83d75d49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087bad84f74412" /><Relationship Type="http://schemas.openxmlformats.org/officeDocument/2006/relationships/image" Target="/ppt/media/image3.png" Id="Rb45841f834d646e8" /><Relationship Type="http://schemas.openxmlformats.org/officeDocument/2006/relationships/image" Target="/ppt/media/image3.svg" Id="R79e3ea39f7fa4909" /><Relationship Type="http://schemas.openxmlformats.org/officeDocument/2006/relationships/image" Target="/ppt/media/image5.png" Id="Rb1a3a67d725d4425" /><Relationship Type="http://schemas.openxmlformats.org/officeDocument/2006/relationships/notesSlide" Target="/ppt/notesSlides/notesSlide13.xml" Id="Rd44db482334f44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a6706395224986" /><Relationship Type="http://schemas.openxmlformats.org/officeDocument/2006/relationships/image" Target="/ppt/media/image3.png" Id="R2f35affd25ec44eb" /><Relationship Type="http://schemas.openxmlformats.org/officeDocument/2006/relationships/image" Target="/ppt/media/image3.svg" Id="Ra9cc7671b7454e84" /><Relationship Type="http://schemas.openxmlformats.org/officeDocument/2006/relationships/image" Target="/ppt/media/image6.png" Id="Rb7b754f8b65f4c78" /><Relationship Type="http://schemas.openxmlformats.org/officeDocument/2006/relationships/notesSlide" Target="/ppt/notesSlides/notesSlide14.xml" Id="Re2b034e0a4104b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4a874de6cc43ea" /><Relationship Type="http://schemas.openxmlformats.org/officeDocument/2006/relationships/image" Target="/ppt/media/image3.png" Id="R615651db05e04918" /><Relationship Type="http://schemas.openxmlformats.org/officeDocument/2006/relationships/image" Target="/ppt/media/image3.svg" Id="R1fe48b114bd8440c" /><Relationship Type="http://schemas.openxmlformats.org/officeDocument/2006/relationships/image" Target="/ppt/media/image7.png" Id="R6bbec39c54e94a2f" /><Relationship Type="http://schemas.openxmlformats.org/officeDocument/2006/relationships/notesSlide" Target="/ppt/notesSlides/notesSlide15.xml" Id="Rf2080431b00e44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7c61d966d04d19" /><Relationship Type="http://schemas.openxmlformats.org/officeDocument/2006/relationships/image" Target="/ppt/media/image3.png" Id="Rcaeef82892364d4c" /><Relationship Type="http://schemas.openxmlformats.org/officeDocument/2006/relationships/image" Target="/ppt/media/image3.svg" Id="R92f0d94faf454973" /><Relationship Type="http://schemas.openxmlformats.org/officeDocument/2006/relationships/notesSlide" Target="/ppt/notesSlides/notesSlide16.xml" Id="Rff9a2a0a72144d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0fca521cb54dfa" /><Relationship Type="http://schemas.openxmlformats.org/officeDocument/2006/relationships/image" Target="/ppt/media/image3.png" Id="R5f969808542f45f2" /><Relationship Type="http://schemas.openxmlformats.org/officeDocument/2006/relationships/image" Target="/ppt/media/image3.svg" Id="R8989026f36d9471f" /><Relationship Type="http://schemas.openxmlformats.org/officeDocument/2006/relationships/notesSlide" Target="/ppt/notesSlides/notesSlide17.xml" Id="Ra5c7dda6ffd14d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1e20c0577f4a91" /><Relationship Type="http://schemas.openxmlformats.org/officeDocument/2006/relationships/image" Target="/ppt/media/image3.png" Id="Rb715d28ebf5b49b8" /><Relationship Type="http://schemas.openxmlformats.org/officeDocument/2006/relationships/image" Target="/ppt/media/image3.svg" Id="R1c952827172a4486" /><Relationship Type="http://schemas.openxmlformats.org/officeDocument/2006/relationships/notesSlide" Target="/ppt/notesSlides/notesSlide18.xml" Id="R6e3bd5a26c9943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09f0d166dd43d2" /><Relationship Type="http://schemas.openxmlformats.org/officeDocument/2006/relationships/image" Target="/ppt/media/image3.png" Id="R465c239a0bf544c2" /><Relationship Type="http://schemas.openxmlformats.org/officeDocument/2006/relationships/image" Target="/ppt/media/image3.svg" Id="Rd8eb56f16c0044ed" /><Relationship Type="http://schemas.openxmlformats.org/officeDocument/2006/relationships/notesSlide" Target="/ppt/notesSlides/notesSlide19.xml" Id="Rea21380a781345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cec85cadcf46e3" /><Relationship Type="http://schemas.openxmlformats.org/officeDocument/2006/relationships/image" Target="/ppt/media/image3.png" Id="R781210f57ce94f13" /><Relationship Type="http://schemas.openxmlformats.org/officeDocument/2006/relationships/image" Target="/ppt/media/image3.svg" Id="Re1827c6064a3498b" /><Relationship Type="http://schemas.openxmlformats.org/officeDocument/2006/relationships/notesSlide" Target="/ppt/notesSlides/notesSlide20.xml" Id="R69f9e29806c54b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f23841fc644e0d" /><Relationship Type="http://schemas.openxmlformats.org/officeDocument/2006/relationships/image" Target="/ppt/media/image3.png" Id="Re2e29b802b714afb" /><Relationship Type="http://schemas.openxmlformats.org/officeDocument/2006/relationships/image" Target="/ppt/media/image3.svg" Id="R13477e4dbfcc4754" /><Relationship Type="http://schemas.openxmlformats.org/officeDocument/2006/relationships/image" Target="/ppt/media/image8.png" Id="R317f21f3a48449af" /><Relationship Type="http://schemas.openxmlformats.org/officeDocument/2006/relationships/notesSlide" Target="/ppt/notesSlides/notesSlide21.xml" Id="Re9d3c9e32d7e44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0c41e1321646f0" /><Relationship Type="http://schemas.openxmlformats.org/officeDocument/2006/relationships/image" Target="/ppt/media/image3.png" Id="Rb6557a41d36c42a1" /><Relationship Type="http://schemas.openxmlformats.org/officeDocument/2006/relationships/image" Target="/ppt/media/image3.svg" Id="R8dcf3237c9ef47d1" /><Relationship Type="http://schemas.openxmlformats.org/officeDocument/2006/relationships/notesSlide" Target="/ppt/notesSlides/notesSlide22.xml" Id="R7c8b840c6fa640e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53b790e47a49cf" /><Relationship Type="http://schemas.openxmlformats.org/officeDocument/2006/relationships/image" Target="/ppt/media/image3.png" Id="R01481e60d3134993" /><Relationship Type="http://schemas.openxmlformats.org/officeDocument/2006/relationships/image" Target="/ppt/media/image3.svg" Id="Rfabd1f5b9572492f" /><Relationship Type="http://schemas.openxmlformats.org/officeDocument/2006/relationships/image" Target="/ppt/media/image9.png" Id="R2e2c9839f21943fd" /><Relationship Type="http://schemas.openxmlformats.org/officeDocument/2006/relationships/notesSlide" Target="/ppt/notesSlides/notesSlide23.xml" Id="Rb7f172aedb0d43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9a507bdd834b23" /><Relationship Type="http://schemas.openxmlformats.org/officeDocument/2006/relationships/image" Target="/ppt/media/image3.png" Id="R9dd5306cab7847ba" /><Relationship Type="http://schemas.openxmlformats.org/officeDocument/2006/relationships/image" Target="/ppt/media/image3.svg" Id="R70c9ff135bdc420b" /><Relationship Type="http://schemas.openxmlformats.org/officeDocument/2006/relationships/image" Target="/ppt/media/image10.png" Id="R8880b908f1e04720" /><Relationship Type="http://schemas.openxmlformats.org/officeDocument/2006/relationships/notesSlide" Target="/ppt/notesSlides/notesSlide24.xml" Id="R69850ffd173c4e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f55dc3c042440c" /><Relationship Type="http://schemas.openxmlformats.org/officeDocument/2006/relationships/image" Target="/ppt/media/image3.png" Id="Rc73f2712ead24d6b" /><Relationship Type="http://schemas.openxmlformats.org/officeDocument/2006/relationships/image" Target="/ppt/media/image3.svg" Id="R5eae7db00ec74ac9" /><Relationship Type="http://schemas.openxmlformats.org/officeDocument/2006/relationships/image" Target="/ppt/media/image.jpeg" Id="R3116052f2a04455b" /><Relationship Type="http://schemas.openxmlformats.org/officeDocument/2006/relationships/notesSlide" Target="/ppt/notesSlides/notesSlide25.xml" Id="Rfbf9e7f5584146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08a539dc374e03" /><Relationship Type="http://schemas.openxmlformats.org/officeDocument/2006/relationships/image" Target="/ppt/media/image3.png" Id="R899ad961ed9c4dfe" /><Relationship Type="http://schemas.openxmlformats.org/officeDocument/2006/relationships/image" Target="/ppt/media/image3.svg" Id="R16938c3945354957" /><Relationship Type="http://schemas.openxmlformats.org/officeDocument/2006/relationships/image" Target="/ppt/media/image2.jpeg" Id="R99ce5410b60d4793" /><Relationship Type="http://schemas.openxmlformats.org/officeDocument/2006/relationships/image" Target="/ppt/media/image3.jpeg" Id="R43bc6ced9f7f4739" /><Relationship Type="http://schemas.openxmlformats.org/officeDocument/2006/relationships/notesSlide" Target="/ppt/notesSlides/notesSlide26.xml" Id="Rb197543dd4e548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fb3f91eba44441" /><Relationship Type="http://schemas.openxmlformats.org/officeDocument/2006/relationships/image" Target="/ppt/media/image3.png" Id="R507e0be62fd143c8" /><Relationship Type="http://schemas.openxmlformats.org/officeDocument/2006/relationships/image" Target="/ppt/media/image3.svg" Id="R105c67bc0fac4f99" /><Relationship Type="http://schemas.openxmlformats.org/officeDocument/2006/relationships/notesSlide" Target="/ppt/notesSlides/notesSlide27.xml" Id="R27a8bacc65ce45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1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FB12AE1-AD6C-4BD4-A80F-E1EE16C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1411" flipH="0" flipV="0">
            <a:off x="-1072838" y="9010376"/>
            <a:ext cx="7032660" cy="1687838"/>
          </a:xfrm>
          <a:custGeom xmlns:a="http://schemas.openxmlformats.org/drawingml/2006/main">
            <a:rect l="l" t="t" r="r" b="b"/>
            <a:pathLst>
              <a:path w="7032660" h="1687838">
                <a:moveTo>
                  <a:pt x="0" y="0"/>
                </a:moveTo>
                <a:lnTo>
                  <a:pt x="7032659" y="0"/>
                </a:lnTo>
                <a:lnTo>
                  <a:pt x="7032659" y="1687838"/>
                </a:lnTo>
                <a:lnTo>
                  <a:pt x="0" y="16878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1f83aa4dbe439c">
              <a:extLst>
                <a:ext uri="{96DAC541-7B7A-43D3-8B79-37D633B846F1}">
                  <asvg:svgBlip xmlns:asvg="http://schemas.microsoft.com/office/drawing/2016/SVG/main" r:embed="R06f6a74a602e491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C1B8095-C4B6-49E7-971D-A1E4FC3E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1006" flipH="0" flipV="0">
            <a:off x="12939765" y="-61477"/>
            <a:ext cx="6987680" cy="1677043"/>
          </a:xfrm>
          <a:custGeom xmlns:a="http://schemas.openxmlformats.org/drawingml/2006/main">
            <a:rect l="l" t="t" r="r" b="b"/>
            <a:pathLst>
              <a:path w="6987680" h="1677043">
                <a:moveTo>
                  <a:pt x="0" y="0"/>
                </a:moveTo>
                <a:lnTo>
                  <a:pt x="6987681" y="0"/>
                </a:lnTo>
                <a:lnTo>
                  <a:pt x="6987681" y="1677043"/>
                </a:lnTo>
                <a:lnTo>
                  <a:pt x="0" y="16770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1f83aa4dbe439c">
              <a:extLst>
                <a:ext uri="{96DAC541-7B7A-43D3-8B79-37D633B846F1}">
                  <asvg:svgBlip xmlns:asvg="http://schemas.microsoft.com/office/drawing/2016/SVG/main" r:embed="R06f6a74a602e491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0A9F877-8BC6-4A79-A022-B2195C8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5296" y="3769826"/>
            <a:ext cx="8937407" cy="1137488"/>
          </a:xfrm>
          <a:custGeom xmlns:a="http://schemas.openxmlformats.org/drawingml/2006/main">
            <a:rect l="l" t="t" r="r" b="b"/>
            <a:pathLst>
              <a:path w="8937407" h="1137488">
                <a:moveTo>
                  <a:pt x="0" y="0"/>
                </a:moveTo>
                <a:lnTo>
                  <a:pt x="8937408" y="0"/>
                </a:lnTo>
                <a:lnTo>
                  <a:pt x="8937408" y="1137488"/>
                </a:lnTo>
                <a:lnTo>
                  <a:pt x="0" y="11374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a6ce415de1945df">
              <a:extLst>
                <a:ext uri="{96DAC541-7B7A-43D3-8B79-37D633B846F1}">
                  <asvg:svgBlip xmlns:asvg="http://schemas.microsoft.com/office/drawing/2016/SVG/main" r:embed="R6edeb7c172054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6D05689-D4A9-4E2E-8D60-37518809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588" y="3189132"/>
            <a:ext cx="17388974" cy="1237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576"/>
              </a:lnSpc>
              <a:buNone/>
              <a:defRPr sz="7500" b="1">
                <a:latin typeface="Times New Roman"/>
                <a:ea typeface="Times New Roman"/>
                <a:cs typeface="Times New Roman"/>
              </a:defRPr>
            </a:pPr>
            <a:r>
              <a:rPr sz="75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NotebookE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F9FE7F9-D6FE-4DEB-B7E4-A83E0B7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9423" y="6631339"/>
            <a:ext cx="8203067" cy="5083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4004"/>
              </a:lnSpc>
              <a:spcBef>
                <a:spcPct val="0"/>
              </a:spcBef>
              <a:buNone/>
            </a:pPr>
            <a:r>
              <a:rPr sz="2860" b="1" spc="-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</a:rPr>
              <a:t>GVHD: </a:t>
            </a:r>
            <a:r>
              <a:rPr sz="2860" spc="-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Ths. Đoàn Minh Khuê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748639D-BBB7-4DB5-9EE2-CCEE0D92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1524000"/>
            <a:ext cx="14287500" cy="1292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0181"/>
              </a:lnSpc>
              <a:buNone/>
              <a:defRPr sz="4875">
                <a:latin typeface="Times New Roman"/>
                <a:ea typeface="Times New Roman"/>
                <a:cs typeface="Times New Roman"/>
              </a:defRPr>
            </a:pPr>
            <a:r>
              <a:rPr sz="487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Phân tích và thiết kế hệ thống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BD26730-AE2D-42A8-8DD6-160A0313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767" y="7740283"/>
            <a:ext cx="5552425" cy="15180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04"/>
              </a:lnSpc>
              <a:buNone/>
            </a:pPr>
            <a:r>
              <a:rPr sz="2860" spc="-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2312607     Nguyễn Ngọc Hân</a:t>
            </a:r>
          </a:p>
          <a:p xmlns:a="http://schemas.openxmlformats.org/drawingml/2006/main">
            <a:pPr algn="l">
              <a:lnSpc>
                <a:spcPts val="4004"/>
              </a:lnSpc>
              <a:buNone/>
            </a:pPr>
            <a:r>
              <a:rPr sz="2860" spc="-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2312697     Nguyễn Thị Trường Nga</a:t>
            </a:r>
          </a:p>
          <a:p xmlns:a="http://schemas.openxmlformats.org/drawingml/2006/main">
            <a:pPr marL="0" lvl="0" indent="0" algn="l">
              <a:lnSpc>
                <a:spcPts val="4004"/>
              </a:lnSpc>
              <a:spcBef>
                <a:spcPct val="0"/>
              </a:spcBef>
              <a:buNone/>
            </a:pPr>
            <a:r>
              <a:rPr sz="2860" spc="-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2312576     Trần Đức Anh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6CB9992-D587-4B05-AA8E-98D4D621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2921" y="7184291"/>
            <a:ext cx="8203067" cy="5083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4004"/>
              </a:lnSpc>
              <a:spcBef>
                <a:spcPct val="0"/>
              </a:spcBef>
              <a:buNone/>
            </a:pPr>
            <a:r>
              <a:rPr sz="2860" b="1" spc="-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</a:rPr>
              <a:t>Thành Viên</a:t>
            </a:r>
          </a:p>
        </p:txBody>
      </p:sp>
    </p:spTree>
    <p:extLst>
      <p:ext uri="{BB962C8B-B14F-4D97-AF65-F5344CB8AC3E}">
        <p14:creationId xmlns:p14="http://schemas.microsoft.com/office/powerpoint/2010/main" val="11989092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469ce1a03634da7">
              <a:extLst>
                <a:ext uri="{96DAC541-7B7A-43D3-8B79-37D633B846F1}">
                  <asvg:svgBlip xmlns:asvg="http://schemas.microsoft.com/office/drawing/2016/SVG/main" r:embed="Rf5601d5c7e78463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469ce1a03634da7">
              <a:extLst>
                <a:ext uri="{96DAC541-7B7A-43D3-8B79-37D633B846F1}">
                  <asvg:svgBlip xmlns:asvg="http://schemas.microsoft.com/office/drawing/2016/SVG/main" r:embed="Rf5601d5c7e78463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Phạm vi và cơ sở phân tích">
            <a:extLst xmlns:a="http://schemas.openxmlformats.org/drawingml/2006/main">
              <a:ext uri="{FF2B5EF4-FFF2-40B4-BE49-F238E27FC236}">
                <a16:creationId xmlns:a16="http://schemas.microsoft.com/office/drawing/2014/main" id="{F6DDF505-A3E1-4F1C-91AA-8D7ADEDE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Phạm vi và cơ sở phân tích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6ADF70BD-7893-4502-844F-42DFF192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02/27">
            <a:extLst xmlns:a="http://schemas.openxmlformats.org/drawingml/2006/main">
              <a:ext uri="{FF2B5EF4-FFF2-40B4-BE49-F238E27FC236}">
                <a16:creationId xmlns:a16="http://schemas.microsoft.com/office/drawing/2014/main" id="{4754007B-B032-4575-BBEB-2859E6E3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02/27</a:t>
            </a:r>
          </a:p>
        </p:txBody>
      </p:sp>
      <p:sp>
        <p:nvSpPr>
          <p:cNvPr id="7" name="Tài liệu học phần">
            <a:extLst xmlns:a="http://schemas.openxmlformats.org/drawingml/2006/main">
              <a:ext uri="{FF2B5EF4-FFF2-40B4-BE49-F238E27FC236}">
                <a16:creationId xmlns:a16="http://schemas.microsoft.com/office/drawing/2014/main" id="{676E3AE2-F65C-4185-BC84-A6C8806E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Tài liệu học phần</a:t>
            </a:r>
          </a:p>
        </p:txBody>
      </p:sp>
      <p:sp>
        <p:nvSpPr>
          <p:cNvPr id="8" name="DFD và mô hình hóa yêu cầu&#10;Phân tích hướng đối tượ">
            <a:extLst xmlns:a="http://schemas.openxmlformats.org/drawingml/2006/main">
              <a:ext uri="{FF2B5EF4-FFF2-40B4-BE49-F238E27FC236}">
                <a16:creationId xmlns:a16="http://schemas.microsoft.com/office/drawing/2014/main" id="{14844F67-506D-4EB2-A1A0-7EC2CE38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DFD và mô hình hóa yêu cầu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Phân tích hướng đối tượng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Thiết kế dữ liệu lưu trữ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Yêu cầu người dùng và giao diện</a:t>
            </a:r>
          </a:p>
        </p:txBody>
      </p:sp>
      <p:sp>
        <p:nvSpPr>
          <p:cNvPr id="9" name="Dự án được khảo sát">
            <a:extLst xmlns:a="http://schemas.openxmlformats.org/drawingml/2006/main">
              <a:ext uri="{FF2B5EF4-FFF2-40B4-BE49-F238E27FC236}">
                <a16:creationId xmlns:a16="http://schemas.microsoft.com/office/drawing/2014/main" id="{142CCE23-36F7-4732-80CF-8672E590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Dự án được khảo sát</a:t>
            </a:r>
          </a:p>
        </p:txBody>
      </p:sp>
      <p:sp>
        <p:nvSpPr>
          <p:cNvPr id="10" name="NotebookE: trợ lý nghiên cứu tự lưu trữ&#10;Next.js, F">
            <a:extLst xmlns:a="http://schemas.openxmlformats.org/drawingml/2006/main">
              <a:ext uri="{FF2B5EF4-FFF2-40B4-BE49-F238E27FC236}">
                <a16:creationId xmlns:a16="http://schemas.microsoft.com/office/drawing/2014/main" id="{05B3698E-7AA0-42F2-A0C7-D6014047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NotebookE: trợ lý nghiên cứu tự lưu trữ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Next.js, FastAPI, SurrealDB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Nguồn dữ liệu, tìm kiếm, chat, ghi chú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Podcast, video và cấu hình AI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6ad0e9a02a4ddc">
              <a:extLst>
                <a:ext uri="{96DAC541-7B7A-43D3-8B79-37D633B846F1}">
                  <asvg:svgBlip xmlns:asvg="http://schemas.microsoft.com/office/drawing/2016/SVG/main" r:embed="R039e2b356be946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6ad0e9a02a4ddc">
              <a:extLst>
                <a:ext uri="{96DAC541-7B7A-43D3-8B79-37D633B846F1}">
                  <asvg:svgBlip xmlns:asvg="http://schemas.microsoft.com/office/drawing/2016/SVG/main" r:embed="R039e2b356be946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Người dùng và nhu cầu">
            <a:extLst xmlns:a="http://schemas.openxmlformats.org/drawingml/2006/main">
              <a:ext uri="{FF2B5EF4-FFF2-40B4-BE49-F238E27FC236}">
                <a16:creationId xmlns:a16="http://schemas.microsoft.com/office/drawing/2014/main" id="{07587D5E-1E07-4DB1-9B67-DE24661A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Người dùng và nhu cầu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3143427A-40B2-4F51-B415-10531F5C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03/27">
            <a:extLst xmlns:a="http://schemas.openxmlformats.org/drawingml/2006/main">
              <a:ext uri="{FF2B5EF4-FFF2-40B4-BE49-F238E27FC236}">
                <a16:creationId xmlns:a16="http://schemas.microsoft.com/office/drawing/2014/main" id="{29FA7580-F278-4FCF-84DB-054E83EB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03/27</a:t>
            </a:r>
          </a:p>
        </p:txBody>
      </p:sp>
      <p:sp>
        <p:nvSpPr>
          <p:cNvPr id="7" name="Người nghiên cứu">
            <a:extLst xmlns:a="http://schemas.openxmlformats.org/drawingml/2006/main">
              <a:ext uri="{FF2B5EF4-FFF2-40B4-BE49-F238E27FC236}">
                <a16:creationId xmlns:a16="http://schemas.microsoft.com/office/drawing/2014/main" id="{47E2DCF3-338E-457B-8EF8-66111465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Người nghiên cứu</a:t>
            </a:r>
          </a:p>
        </p:txBody>
      </p:sp>
      <p:sp>
        <p:nvSpPr>
          <p:cNvPr id="8" name="Tập hợp tài liệu theo chủ đề&#10;Tìm thông tin trong n">
            <a:extLst xmlns:a="http://schemas.openxmlformats.org/drawingml/2006/main">
              <a:ext uri="{FF2B5EF4-FFF2-40B4-BE49-F238E27FC236}">
                <a16:creationId xmlns:a16="http://schemas.microsoft.com/office/drawing/2014/main" id="{CBAD04D8-968F-4722-9613-0F156E4D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Tập hợp tài liệu theo chủ đề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Tìm thông tin trong nhiều nguồn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Hỏi đáp có căn cứ từ tài liệu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Lưu kết quả thành ghi chú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Nghe hoặc xem nội dung tổng hợp</a:t>
            </a:r>
          </a:p>
        </p:txBody>
      </p:sp>
      <p:sp>
        <p:nvSpPr>
          <p:cNvPr id="9" name="Người vận hành">
            <a:extLst xmlns:a="http://schemas.openxmlformats.org/drawingml/2006/main">
              <a:ext uri="{FF2B5EF4-FFF2-40B4-BE49-F238E27FC236}">
                <a16:creationId xmlns:a16="http://schemas.microsoft.com/office/drawing/2014/main" id="{3997953F-C9D9-4BF3-898B-807E5879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Người vận hành</a:t>
            </a:r>
          </a:p>
        </p:txBody>
      </p:sp>
      <p:sp>
        <p:nvSpPr>
          <p:cNvPr id="10" name="Tự kiểm soát dữ liệu và triển khai&#10;Chọn nhà cung c">
            <a:extLst xmlns:a="http://schemas.openxmlformats.org/drawingml/2006/main">
              <a:ext uri="{FF2B5EF4-FFF2-40B4-BE49-F238E27FC236}">
                <a16:creationId xmlns:a16="http://schemas.microsoft.com/office/drawing/2014/main" id="{BE7ED007-21DB-4551-9A7E-8F95635C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Tự kiểm soát dữ liệu và triển khai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Chọn nhà cung cấp hoặc mô hình cục bộ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Quản lý cấu hình và thông tin xác thực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Theo dõi tác vụ nền và lỗi xử lý</a:t>
            </a:r>
          </a:p>
        </p:txBody>
      </p:sp>
      <p:sp>
        <p:nvSpPr>
          <p:cNvPr id="11" name="Đây là nhu cầu suy ra từ chức năng dự án. Chưa có ">
            <a:extLst xmlns:a="http://schemas.openxmlformats.org/drawingml/2006/main">
              <a:ext uri="{FF2B5EF4-FFF2-40B4-BE49-F238E27FC236}">
                <a16:creationId xmlns:a16="http://schemas.microsoft.com/office/drawing/2014/main" id="{7FAFC011-B4C1-424B-8E0D-D1DC4E62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810625"/>
            <a:ext cx="1619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Đây là nhu cầu suy ra từ chức năng dự án. Chưa có dữ liệu phỏng vấn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49228ef8dd4f6d">
              <a:extLst>
                <a:ext uri="{96DAC541-7B7A-43D3-8B79-37D633B846F1}">
                  <asvg:svgBlip xmlns:asvg="http://schemas.microsoft.com/office/drawing/2016/SVG/main" r:embed="Rd1cc26300ea64f0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49228ef8dd4f6d">
              <a:extLst>
                <a:ext uri="{96DAC541-7B7A-43D3-8B79-37D633B846F1}">
                  <asvg:svgBlip xmlns:asvg="http://schemas.microsoft.com/office/drawing/2016/SVG/main" r:embed="Rd1cc26300ea64f0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Yêu cầu chức năng">
            <a:extLst xmlns:a="http://schemas.openxmlformats.org/drawingml/2006/main">
              <a:ext uri="{FF2B5EF4-FFF2-40B4-BE49-F238E27FC236}">
                <a16:creationId xmlns:a16="http://schemas.microsoft.com/office/drawing/2014/main" id="{D62B1497-1106-45D8-94B4-958DE3F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Yêu cầu chức năng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957C450D-2A39-4101-AE3A-249C7C85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04/27">
            <a:extLst xmlns:a="http://schemas.openxmlformats.org/drawingml/2006/main">
              <a:ext uri="{FF2B5EF4-FFF2-40B4-BE49-F238E27FC236}">
                <a16:creationId xmlns:a16="http://schemas.microsoft.com/office/drawing/2014/main" id="{24E7A089-589F-4DE9-AD04-99FB5DA7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04/27</a:t>
            </a:r>
          </a:p>
        </p:txBody>
      </p:sp>
      <p:sp>
        <p:nvSpPr>
          <p:cNvPr id="7" name="Nghiên cứu tài liệu">
            <a:extLst xmlns:a="http://schemas.openxmlformats.org/drawingml/2006/main">
              <a:ext uri="{FF2B5EF4-FFF2-40B4-BE49-F238E27FC236}">
                <a16:creationId xmlns:a16="http://schemas.microsoft.com/office/drawing/2014/main" id="{9CA7C189-AC79-4F97-BBA1-0C70D487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Nghiên cứu tài liệu</a:t>
            </a:r>
          </a:p>
        </p:txBody>
      </p:sp>
      <p:sp>
        <p:nvSpPr>
          <p:cNvPr id="8" name="FR01 Quản lý notebook&#10;FR02 Thêm và xử lý nguồn&#10;FR0">
            <a:extLst xmlns:a="http://schemas.openxmlformats.org/drawingml/2006/main">
              <a:ext uri="{FF2B5EF4-FFF2-40B4-BE49-F238E27FC236}">
                <a16:creationId xmlns:a16="http://schemas.microsoft.com/office/drawing/2014/main" id="{9D4FEA59-CAD7-4060-80F8-2FC5593F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FR01 Quản lý notebook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FR02 Thêm và xử lý nguồn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FR03 Tìm kiếm toàn văn và ngữ nghĩa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FR04 Hỏi đáp và chat theo ngữ cảnh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FR05 Quản lý ghi chú, chuyển đổi nội dung</a:t>
            </a:r>
          </a:p>
        </p:txBody>
      </p:sp>
      <p:sp>
        <p:nvSpPr>
          <p:cNvPr id="9" name="Tạo nội dung và cấu hình">
            <a:extLst xmlns:a="http://schemas.openxmlformats.org/drawingml/2006/main">
              <a:ext uri="{FF2B5EF4-FFF2-40B4-BE49-F238E27FC236}">
                <a16:creationId xmlns:a16="http://schemas.microsoft.com/office/drawing/2014/main" id="{93D45BAD-6571-40F7-A65B-FDA768B1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Tạo nội dung và cấu hình</a:t>
            </a:r>
          </a:p>
        </p:txBody>
      </p:sp>
      <p:sp>
        <p:nvSpPr>
          <p:cNvPr id="10" name="FR06 Tạo và nghe podcast&#10;FR07 Tạo và xem video&#10;FR0">
            <a:extLst xmlns:a="http://schemas.openxmlformats.org/drawingml/2006/main">
              <a:ext uri="{FF2B5EF4-FFF2-40B4-BE49-F238E27FC236}">
                <a16:creationId xmlns:a16="http://schemas.microsoft.com/office/drawing/2014/main" id="{7D210A5A-6019-40B3-B856-36EACB65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FR06 Tạo và nghe podcast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FR07 Tạo và xem video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FR08 Quản lý mô hình, provider, credential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FR09 Xem trạng thái, thử lại tác vụ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FR10 Tải xuống tài liệu và sản phẩm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ea352e33a24872">
              <a:extLst>
                <a:ext uri="{96DAC541-7B7A-43D3-8B79-37D633B846F1}">
                  <asvg:svgBlip xmlns:asvg="http://schemas.microsoft.com/office/drawing/2016/SVG/main" r:embed="Rb1852580403940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6ea352e33a24872">
              <a:extLst>
                <a:ext uri="{96DAC541-7B7A-43D3-8B79-37D633B846F1}">
                  <asvg:svgBlip xmlns:asvg="http://schemas.microsoft.com/office/drawing/2016/SVG/main" r:embed="Rb1852580403940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Yêu cầu phi chức năng">
            <a:extLst xmlns:a="http://schemas.openxmlformats.org/drawingml/2006/main">
              <a:ext uri="{FF2B5EF4-FFF2-40B4-BE49-F238E27FC236}">
                <a16:creationId xmlns:a16="http://schemas.microsoft.com/office/drawing/2014/main" id="{F83F365D-DDF3-41B4-94D7-A513872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Yêu cầu phi chức năng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A4957B1E-21D5-4255-BF33-C54D46C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05/27">
            <a:extLst xmlns:a="http://schemas.openxmlformats.org/drawingml/2006/main">
              <a:ext uri="{FF2B5EF4-FFF2-40B4-BE49-F238E27FC236}">
                <a16:creationId xmlns:a16="http://schemas.microsoft.com/office/drawing/2014/main" id="{B116FBC7-3E09-447C-850F-369C847A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05/27</a:t>
            </a:r>
          </a:p>
        </p:txBody>
      </p:sp>
      <p:sp>
        <p:nvSpPr>
          <p:cNvPr id="7" name="Đã thể hiện trong thiết kế">
            <a:extLst xmlns:a="http://schemas.openxmlformats.org/drawingml/2006/main">
              <a:ext uri="{FF2B5EF4-FFF2-40B4-BE49-F238E27FC236}">
                <a16:creationId xmlns:a16="http://schemas.microsoft.com/office/drawing/2014/main" id="{788BA9A7-6AEF-4B98-9A5F-CF3E8EA1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Đã thể hiện trong thiết kế</a:t>
            </a:r>
          </a:p>
        </p:txBody>
      </p:sp>
      <p:sp>
        <p:nvSpPr>
          <p:cNvPr id="8" name="Tự lưu trữ và hỗ trợ nhiều provider&#10;API tách khỏi ">
            <a:extLst xmlns:a="http://schemas.openxmlformats.org/drawingml/2006/main">
              <a:ext uri="{FF2B5EF4-FFF2-40B4-BE49-F238E27FC236}">
                <a16:creationId xmlns:a16="http://schemas.microsoft.com/office/drawing/2014/main" id="{ACFC59AD-EC47-40BD-BDE9-8BFD9492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Tự lưu trữ và hỗ trợ nhiều provider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API tách khỏi giao diện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DB, AI và workflow dùng async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Thông tin xác thực mã hóa khi lưu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Tác vụ dài chạy qua worker</a:t>
            </a:r>
          </a:p>
        </p:txBody>
      </p:sp>
      <p:sp>
        <p:nvSpPr>
          <p:cNvPr id="9" name="Tiêu chí cần kiểm chứng thêm">
            <a:extLst xmlns:a="http://schemas.openxmlformats.org/drawingml/2006/main">
              <a:ext uri="{FF2B5EF4-FFF2-40B4-BE49-F238E27FC236}">
                <a16:creationId xmlns:a16="http://schemas.microsoft.com/office/drawing/2014/main" id="{348A6A73-CBAB-4C41-9E8C-02510EA1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Tiêu chí cần kiểm chứng thêm</a:t>
            </a:r>
          </a:p>
        </p:txBody>
      </p:sp>
      <p:sp>
        <p:nvSpPr>
          <p:cNvPr id="10" name="Độ trễ tìm kiếm và thời gian xử lý&#10;Chất lượng câu ">
            <a:extLst xmlns:a="http://schemas.openxmlformats.org/drawingml/2006/main">
              <a:ext uri="{FF2B5EF4-FFF2-40B4-BE49-F238E27FC236}">
                <a16:creationId xmlns:a16="http://schemas.microsoft.com/office/drawing/2014/main" id="{1EE402F6-8FB6-40BD-B318-3CCA794C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Độ trễ tìm kiếm và thời gian xử lý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Chất lượng câu trả lời có dẫn nguồn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Sao lưu DB cùng tệp media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Khả năng phục hồi tác vụ lỗi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Auth và CORS hiện dùng mặc định phát triển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5818216423409d">
              <a:extLst>
                <a:ext uri="{96DAC541-7B7A-43D3-8B79-37D633B846F1}">
                  <asvg:svgBlip xmlns:asvg="http://schemas.microsoft.com/office/drawing/2016/SVG/main" r:embed="R7ab5a96e7bd246e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5818216423409d">
              <a:extLst>
                <a:ext uri="{96DAC541-7B7A-43D3-8B79-37D633B846F1}">
                  <asvg:svgBlip xmlns:asvg="http://schemas.microsoft.com/office/drawing/2016/SVG/main" r:embed="R7ab5a96e7bd246e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Mô hình use case">
            <a:extLst xmlns:a="http://schemas.openxmlformats.org/drawingml/2006/main">
              <a:ext uri="{FF2B5EF4-FFF2-40B4-BE49-F238E27FC236}">
                <a16:creationId xmlns:a16="http://schemas.microsoft.com/office/drawing/2014/main" id="{7708AEB2-DC3D-4EBF-9F87-C331A1EC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Mô hình use case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70CA929E-62A1-4D76-AA8C-19BEBAE5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06/27">
            <a:extLst xmlns:a="http://schemas.openxmlformats.org/drawingml/2006/main">
              <a:ext uri="{FF2B5EF4-FFF2-40B4-BE49-F238E27FC236}">
                <a16:creationId xmlns:a16="http://schemas.microsoft.com/office/drawing/2014/main" id="{70891502-E66D-4336-87A8-40B6BBF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06/27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bf47d96e2446e"/>
          <a:stretch xmlns:a="http://schemas.openxmlformats.org/drawingml/2006/main"/>
        </p:blipFill>
        <p:spPr>
          <a:xfrm xmlns:a="http://schemas.openxmlformats.org/drawingml/2006/main">
            <a:off x="4214813" y="2333625"/>
            <a:ext cx="9858375" cy="657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c742b56dd24c3a">
              <a:extLst>
                <a:ext uri="{96DAC541-7B7A-43D3-8B79-37D633B846F1}">
                  <asvg:svgBlip xmlns:asvg="http://schemas.microsoft.com/office/drawing/2016/SVG/main" r:embed="Rb79d79e9d9df486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c742b56dd24c3a">
              <a:extLst>
                <a:ext uri="{96DAC541-7B7A-43D3-8B79-37D633B846F1}">
                  <asvg:svgBlip xmlns:asvg="http://schemas.microsoft.com/office/drawing/2016/SVG/main" r:embed="Rb79d79e9d9df486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Đặc tả use case: hỏi đáp tài liệu">
            <a:extLst xmlns:a="http://schemas.openxmlformats.org/drawingml/2006/main">
              <a:ext uri="{FF2B5EF4-FFF2-40B4-BE49-F238E27FC236}">
                <a16:creationId xmlns:a16="http://schemas.microsoft.com/office/drawing/2014/main" id="{8BB19E8E-9600-44F2-A2A7-E33F3023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Đặc tả use case: hỏi đáp tài liệu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98FA69D6-A2F6-4AE8-ADB5-F1A106A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07/27">
            <a:extLst xmlns:a="http://schemas.openxmlformats.org/drawingml/2006/main">
              <a:ext uri="{FF2B5EF4-FFF2-40B4-BE49-F238E27FC236}">
                <a16:creationId xmlns:a16="http://schemas.microsoft.com/office/drawing/2014/main" id="{0F992603-8524-4B66-BC4E-11ABB94B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07/27</a:t>
            </a:r>
          </a:p>
        </p:txBody>
      </p:sp>
      <p:sp>
        <p:nvSpPr>
          <p:cNvPr id="7" name="Luồng chính">
            <a:extLst xmlns:a="http://schemas.openxmlformats.org/drawingml/2006/main">
              <a:ext uri="{FF2B5EF4-FFF2-40B4-BE49-F238E27FC236}">
                <a16:creationId xmlns:a16="http://schemas.microsoft.com/office/drawing/2014/main" id="{52EABC9E-5167-4B0C-84FB-7B48F9A1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Luồng chính</a:t>
            </a:r>
          </a:p>
        </p:txBody>
      </p:sp>
      <p:sp>
        <p:nvSpPr>
          <p:cNvPr id="8" name="1. Người dùng nhập câu hỏi và chọn mô hình&#10;2. Hệ t">
            <a:extLst xmlns:a="http://schemas.openxmlformats.org/drawingml/2006/main">
              <a:ext uri="{FF2B5EF4-FFF2-40B4-BE49-F238E27FC236}">
                <a16:creationId xmlns:a16="http://schemas.microsoft.com/office/drawing/2014/main" id="{226A5666-7909-410C-912B-B77908A6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1. Người dùng nhập câu hỏi và chọn mô hình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2. Hệ thống tạo chiến lược truy vấn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3. Truy xuất đoạn tài liệu liên quan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4. AI trả lời các câu hỏi con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5. Tổng hợp và truyền kết quả về giao diện</a:t>
            </a:r>
          </a:p>
        </p:txBody>
      </p:sp>
      <p:sp>
        <p:nvSpPr>
          <p:cNvPr id="9" name="Điều kiện và ngoại lệ">
            <a:extLst xmlns:a="http://schemas.openxmlformats.org/drawingml/2006/main">
              <a:ext uri="{FF2B5EF4-FFF2-40B4-BE49-F238E27FC236}">
                <a16:creationId xmlns:a16="http://schemas.microsoft.com/office/drawing/2014/main" id="{0259F798-2623-4E58-99DC-7750AE22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Điều kiện và ngoại lệ</a:t>
            </a:r>
          </a:p>
        </p:txBody>
      </p:sp>
      <p:sp>
        <p:nvSpPr>
          <p:cNvPr id="10" name="Trước: có nguồn xử lý xong và mô hình hợp lệ&#10;Sau: ">
            <a:extLst xmlns:a="http://schemas.openxmlformats.org/drawingml/2006/main">
              <a:ext uri="{FF2B5EF4-FFF2-40B4-BE49-F238E27FC236}">
                <a16:creationId xmlns:a16="http://schemas.microsoft.com/office/drawing/2014/main" id="{A7C4BEED-12AB-45A4-B112-949461EE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Trước: có nguồn xử lý xong và mô hình hợp lệ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Sau: người dùng nhận câu trả lời theo nguồn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Nguồn rỗng: báo thiếu ngữ cảnh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Provider lỗi: báo lỗi và cho phép thử lại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Không có bằng chứng: không khẳng định chắc chắn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2e60f2d2af49d2">
              <a:extLst>
                <a:ext uri="{96DAC541-7B7A-43D3-8B79-37D633B846F1}">
                  <asvg:svgBlip xmlns:asvg="http://schemas.microsoft.com/office/drawing/2016/SVG/main" r:embed="R0def55b8e9b944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2e60f2d2af49d2">
              <a:extLst>
                <a:ext uri="{96DAC541-7B7A-43D3-8B79-37D633B846F1}">
                  <asvg:svgBlip xmlns:asvg="http://schemas.microsoft.com/office/drawing/2016/SVG/main" r:embed="R0def55b8e9b944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DFD mức ngữ cảnh">
            <a:extLst xmlns:a="http://schemas.openxmlformats.org/drawingml/2006/main">
              <a:ext uri="{FF2B5EF4-FFF2-40B4-BE49-F238E27FC236}">
                <a16:creationId xmlns:a16="http://schemas.microsoft.com/office/drawing/2014/main" id="{23782113-1638-4410-A9B9-131F033B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DFD mức ngữ cảnh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DB928D18-09C6-4790-B283-6A88E4CE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08/27">
            <a:extLst xmlns:a="http://schemas.openxmlformats.org/drawingml/2006/main">
              <a:ext uri="{FF2B5EF4-FFF2-40B4-BE49-F238E27FC236}">
                <a16:creationId xmlns:a16="http://schemas.microsoft.com/office/drawing/2014/main" id="{E0C08910-BDE2-489C-801C-654BBFB7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08/27</a:t>
            </a:r>
          </a:p>
        </p:txBody>
      </p:sp>
      <p:sp>
        <p:nvSpPr>
          <p:cNvPr id="7" name="Người dùng">
            <a:extLst xmlns:a="http://schemas.openxmlformats.org/drawingml/2006/main">
              <a:ext uri="{FF2B5EF4-FFF2-40B4-BE49-F238E27FC236}">
                <a16:creationId xmlns:a16="http://schemas.microsoft.com/office/drawing/2014/main" id="{12E22ABE-37FF-4435-AFEC-222FDA84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Người dùng</a:t>
            </a:r>
          </a:p>
        </p:txBody>
      </p:sp>
      <p:sp>
        <p:nvSpPr>
          <p:cNvPr id="8" name="0. NotebookE">
            <a:extLst xmlns:a="http://schemas.openxmlformats.org/drawingml/2006/main">
              <a:ext uri="{FF2B5EF4-FFF2-40B4-BE49-F238E27FC236}">
                <a16:creationId xmlns:a16="http://schemas.microsoft.com/office/drawing/2014/main" id="{E29ABE3B-6E41-44BD-BA4B-C524F5D0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67125"/>
            <a:ext cx="4191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0. NotebookE</a:t>
            </a:r>
          </a:p>
        </p:txBody>
      </p:sp>
      <p:sp>
        <p:nvSpPr>
          <p:cNvPr id="9" name="Dịch vụ AI">
            <a:extLst xmlns:a="http://schemas.openxmlformats.org/drawingml/2006/main">
              <a:ext uri="{FF2B5EF4-FFF2-40B4-BE49-F238E27FC236}">
                <a16:creationId xmlns:a16="http://schemas.microsoft.com/office/drawing/2014/main" id="{6F86FB58-F08F-4096-A8D0-030DBA4D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857625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Dịch vụ AI</a:t>
            </a:r>
          </a:p>
        </p:txBody>
      </p:sp>
      <p:sp>
        <p:nvSpPr>
          <p:cNvPr id="10" name="Người vận hành">
            <a:extLst xmlns:a="http://schemas.openxmlformats.org/drawingml/2006/main">
              <a:ext uri="{FF2B5EF4-FFF2-40B4-BE49-F238E27FC236}">
                <a16:creationId xmlns:a16="http://schemas.microsoft.com/office/drawing/2014/main" id="{B1B1D49A-BE24-459D-8328-59E543C8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29500"/>
            <a:ext cx="4000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Người vận hành</a:t>
            </a:r>
          </a:p>
        </p:txBody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4714875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2" name="Tài liệu, câu hỏi, yêu cầu tạo nội dung">
            <a:extLst xmlns:a="http://schemas.openxmlformats.org/drawingml/2006/main">
              <a:ext uri="{FF2B5EF4-FFF2-40B4-BE49-F238E27FC236}">
                <a16:creationId xmlns:a16="http://schemas.microsoft.com/office/drawing/2014/main" id="{6B145D49-CBD1-4BC7-8D09-D4E1D991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Tài liệu, câu hỏi, yêu cầu tạo nội dung</a:t>
            </a:r>
          </a:p>
        </p:txBody>
      </p:sp>
      <p:cxnSp>
        <p:nvCxnSpPr>
          <p:cNvPr id="32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095750" y="4714875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4" name="Kết quả, nội dung, trạng thái">
            <a:extLst xmlns:a="http://schemas.openxmlformats.org/drawingml/2006/main">
              <a:ext uri="{FF2B5EF4-FFF2-40B4-BE49-F238E27FC236}">
                <a16:creationId xmlns:a16="http://schemas.microsoft.com/office/drawing/2014/main" id="{47EBFC46-4C63-4C36-BE39-8621CDE4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960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Kết quả, nội dung, trạng thái</a:t>
            </a:r>
          </a:p>
        </p:txBody>
      </p: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334750" y="4714875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6" name="Prompt, ngữ cảnh, cấu hình mô hình">
            <a:extLst xmlns:a="http://schemas.openxmlformats.org/drawingml/2006/main">
              <a:ext uri="{FF2B5EF4-FFF2-40B4-BE49-F238E27FC236}">
                <a16:creationId xmlns:a16="http://schemas.microsoft.com/office/drawing/2014/main" id="{00A074E0-AB04-4467-9405-EE20DE0D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7622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Prompt, ngữ cảnh, cấu hình mô hình</a:t>
            </a:r>
          </a:p>
        </p:txBody>
      </p:sp>
      <p:cxnSp>
        <p:nvCxnSpPr>
          <p:cNvPr id="36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11334750" y="4714875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8" name="Văn bản, embedding, âm thanh, ảnh">
            <a:extLst xmlns:a="http://schemas.openxmlformats.org/drawingml/2006/main">
              <a:ext uri="{FF2B5EF4-FFF2-40B4-BE49-F238E27FC236}">
                <a16:creationId xmlns:a16="http://schemas.microsoft.com/office/drawing/2014/main" id="{78272A99-9371-49BC-9230-36204932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43625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Văn bản, embedding, âm thanh, ảnh</a:t>
            </a:r>
          </a:p>
        </p:txBody>
      </p:sp>
      <p:cxnSp>
        <p:nvCxnSpPr>
          <p:cNvPr id="38" name=""/>
          <p:cNvCxnSpPr>
            <a:stCxn xmlns:a="http://schemas.openxmlformats.org/drawingml/2006/main" id="10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9239250" y="5762625"/>
            <a:ext cx="0" cy="1666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20" name="Cấu hình hệ thống">
            <a:extLst xmlns:a="http://schemas.openxmlformats.org/drawingml/2006/main">
              <a:ext uri="{FF2B5EF4-FFF2-40B4-BE49-F238E27FC236}">
                <a16:creationId xmlns:a16="http://schemas.microsoft.com/office/drawing/2014/main" id="{166C7C45-B19C-44F6-837B-FB24EE2C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429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Cấu hình hệ thống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3879da1996477d">
              <a:extLst>
                <a:ext uri="{96DAC541-7B7A-43D3-8B79-37D633B846F1}">
                  <asvg:svgBlip xmlns:asvg="http://schemas.microsoft.com/office/drawing/2016/SVG/main" r:embed="Rdbe034c3db6b41b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3879da1996477d">
              <a:extLst>
                <a:ext uri="{96DAC541-7B7A-43D3-8B79-37D633B846F1}">
                  <asvg:svgBlip xmlns:asvg="http://schemas.microsoft.com/office/drawing/2016/SVG/main" r:embed="Rdbe034c3db6b41b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DFD mức 1: các phân hệ">
            <a:extLst xmlns:a="http://schemas.openxmlformats.org/drawingml/2006/main">
              <a:ext uri="{FF2B5EF4-FFF2-40B4-BE49-F238E27FC236}">
                <a16:creationId xmlns:a16="http://schemas.microsoft.com/office/drawing/2014/main" id="{89129F98-82A8-4A9D-8244-C76B813B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DFD mức 1: các phân hệ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EC8C3138-54D7-4FB8-BC8B-16A371D6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09/27">
            <a:extLst xmlns:a="http://schemas.openxmlformats.org/drawingml/2006/main">
              <a:ext uri="{FF2B5EF4-FFF2-40B4-BE49-F238E27FC236}">
                <a16:creationId xmlns:a16="http://schemas.microsoft.com/office/drawing/2014/main" id="{C738BC56-BA56-4772-B36E-CDB7B8F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09/27</a:t>
            </a:r>
          </a:p>
        </p:txBody>
      </p:sp>
      <p:sp>
        <p:nvSpPr>
          <p:cNvPr id="7" name="1.0 Quản lý nguồn">
            <a:extLst xmlns:a="http://schemas.openxmlformats.org/drawingml/2006/main">
              <a:ext uri="{FF2B5EF4-FFF2-40B4-BE49-F238E27FC236}">
                <a16:creationId xmlns:a16="http://schemas.microsoft.com/office/drawing/2014/main" id="{575AA980-5EE7-4A30-B995-E995BDC0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1.0 Quản lý nguồn</a:t>
            </a:r>
          </a:p>
        </p:txBody>
      </p:sp>
      <p:sp>
        <p:nvSpPr>
          <p:cNvPr id="8" name="2.0 Nghiên cứu">
            <a:extLst xmlns:a="http://schemas.openxmlformats.org/drawingml/2006/main">
              <a:ext uri="{FF2B5EF4-FFF2-40B4-BE49-F238E27FC236}">
                <a16:creationId xmlns:a16="http://schemas.microsoft.com/office/drawing/2014/main" id="{B2D3F39B-97F3-4822-8A63-D3CD5C0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2.0 Nghiên cứu</a:t>
            </a:r>
          </a:p>
        </p:txBody>
      </p:sp>
      <p:sp>
        <p:nvSpPr>
          <p:cNvPr id="9" name="3.0 Tạo nội dung">
            <a:extLst xmlns:a="http://schemas.openxmlformats.org/drawingml/2006/main">
              <a:ext uri="{FF2B5EF4-FFF2-40B4-BE49-F238E27FC236}">
                <a16:creationId xmlns:a16="http://schemas.microsoft.com/office/drawing/2014/main" id="{E7484D0A-8B80-45DF-BAFB-39658BD7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3.0 Tạo nội dung</a:t>
            </a:r>
          </a:p>
        </p:txBody>
      </p:sp>
      <p:sp>
        <p:nvSpPr>
          <p:cNvPr id="10" name="D1 Nguồn và chỉ mục">
            <a:extLst xmlns:a="http://schemas.openxmlformats.org/drawingml/2006/main">
              <a:ext uri="{FF2B5EF4-FFF2-40B4-BE49-F238E27FC236}">
                <a16:creationId xmlns:a16="http://schemas.microsoft.com/office/drawing/2014/main" id="{871297CA-A647-4314-8C43-D9FEBC9C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D1 Nguồn và chỉ mục</a:t>
            </a:r>
          </a:p>
        </p:txBody>
      </p:sp>
      <p:sp>
        <p:nvSpPr>
          <p:cNvPr id="11" name="D2 Notebook, ghi chú, chat">
            <a:extLst xmlns:a="http://schemas.openxmlformats.org/drawingml/2006/main">
              <a:ext uri="{FF2B5EF4-FFF2-40B4-BE49-F238E27FC236}">
                <a16:creationId xmlns:a16="http://schemas.microsoft.com/office/drawing/2014/main" id="{23E29E82-3CD1-46DC-A16C-A520A0D5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D2 Notebook, ghi chú, chat</a:t>
            </a:r>
          </a:p>
        </p:txBody>
      </p:sp>
      <p:sp>
        <p:nvSpPr>
          <p:cNvPr id="12" name="D3 Media và tác vụ">
            <a:extLst xmlns:a="http://schemas.openxmlformats.org/drawingml/2006/main">
              <a:ext uri="{FF2B5EF4-FFF2-40B4-BE49-F238E27FC236}">
                <a16:creationId xmlns:a16="http://schemas.microsoft.com/office/drawing/2014/main" id="{E8E49931-03E3-4A06-8E63-AC0CC6A3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4770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D3 Media và tác vụ</a:t>
            </a:r>
          </a:p>
        </p:txBody>
      </p: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809875" y="3952875"/>
            <a:ext cx="0" cy="2524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4" name="Nội dung, metadata, embedding">
            <a:extLst xmlns:a="http://schemas.openxmlformats.org/drawingml/2006/main">
              <a:ext uri="{FF2B5EF4-FFF2-40B4-BE49-F238E27FC236}">
                <a16:creationId xmlns:a16="http://schemas.microsoft.com/office/drawing/2014/main" id="{262B275F-5661-4482-A7A7-C15E7FD7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Nội dung, metadata, embedding</a:t>
            </a:r>
          </a:p>
        </p:txBody>
      </p: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4476750" y="3952875"/>
            <a:ext cx="4619625" cy="3095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6" name="Đoạn tài liệu liên quan">
            <a:extLst xmlns:a="http://schemas.openxmlformats.org/drawingml/2006/main">
              <a:ext uri="{FF2B5EF4-FFF2-40B4-BE49-F238E27FC236}">
                <a16:creationId xmlns:a16="http://schemas.microsoft.com/office/drawing/2014/main" id="{DE06BDA5-7309-43C2-A82E-A6E84EF2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150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Đoạn tài liệu liên quan</a:t>
            </a:r>
          </a:p>
        </p:txBody>
      </p:sp>
      <p:cxnSp>
        <p:nvCxnSpPr>
          <p:cNvPr id="39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096375" y="3952875"/>
            <a:ext cx="0" cy="2524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8" name="Ghi chú, ngữ cảnh phiên">
            <a:extLst xmlns:a="http://schemas.openxmlformats.org/drawingml/2006/main">
              <a:ext uri="{FF2B5EF4-FFF2-40B4-BE49-F238E27FC236}">
                <a16:creationId xmlns:a16="http://schemas.microsoft.com/office/drawing/2014/main" id="{B48138FA-A262-4D0F-B9D7-62A4B8D1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Ghi chú, ngữ cảnh phiên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763250" y="3405188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20" name="Nội dung tổng hợp">
            <a:extLst xmlns:a="http://schemas.openxmlformats.org/drawingml/2006/main">
              <a:ext uri="{FF2B5EF4-FFF2-40B4-BE49-F238E27FC236}">
                <a16:creationId xmlns:a16="http://schemas.microsoft.com/office/drawing/2014/main" id="{4AB2B1D1-EA48-4D90-BA24-2C4B43BE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Nội dung tổng hợp</a:t>
            </a:r>
          </a:p>
        </p:txBody>
      </p:sp>
      <p:cxnSp>
        <p:nvCxnSpPr>
          <p:cNvPr id="43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5382875" y="3952875"/>
            <a:ext cx="0" cy="2524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22" name="Kịch bản, tệp, trạng thái">
            <a:extLst xmlns:a="http://schemas.openxmlformats.org/drawingml/2006/main">
              <a:ext uri="{FF2B5EF4-FFF2-40B4-BE49-F238E27FC236}">
                <a16:creationId xmlns:a16="http://schemas.microsoft.com/office/drawing/2014/main" id="{D52F5FA6-7877-4566-B93C-3433DC64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667250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Kịch bản, tệp, trạng thái</a:t>
            </a:r>
          </a:p>
        </p:txBody>
      </p:sp>
      <p:sp>
        <p:nvSpPr>
          <p:cNvPr id="23" name="Đầu vào từ người dùng: tài liệu, câu hỏi, yêu cầu ">
            <a:extLst xmlns:a="http://schemas.openxmlformats.org/drawingml/2006/main">
              <a:ext uri="{FF2B5EF4-FFF2-40B4-BE49-F238E27FC236}">
                <a16:creationId xmlns:a16="http://schemas.microsoft.com/office/drawing/2014/main" id="{6342C38A-B0D4-41AB-A7DD-7B78F3E3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286750"/>
            <a:ext cx="1600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Đầu vào từ người dùng: tài liệu, câu hỏi, yêu cầu tạo media. Đầu ra: kết quả nghiên cứu và trạng thái.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ddc01dca124591">
              <a:extLst>
                <a:ext uri="{96DAC541-7B7A-43D3-8B79-37D633B846F1}">
                  <asvg:svgBlip xmlns:asvg="http://schemas.microsoft.com/office/drawing/2016/SVG/main" r:embed="R91eaece9cc8146f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ddc01dca124591">
              <a:extLst>
                <a:ext uri="{96DAC541-7B7A-43D3-8B79-37D633B846F1}">
                  <asvg:svgBlip xmlns:asvg="http://schemas.microsoft.com/office/drawing/2016/SVG/main" r:embed="R91eaece9cc8146f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DFD mức 2: tiếp nhận nguồn">
            <a:extLst xmlns:a="http://schemas.openxmlformats.org/drawingml/2006/main">
              <a:ext uri="{FF2B5EF4-FFF2-40B4-BE49-F238E27FC236}">
                <a16:creationId xmlns:a16="http://schemas.microsoft.com/office/drawing/2014/main" id="{911B9C98-6439-404E-A5CF-B9FEB305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DFD mức 2: tiếp nhận nguồn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06B210FC-245C-4E17-87F0-17367E6D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0/27">
            <a:extLst xmlns:a="http://schemas.openxmlformats.org/drawingml/2006/main">
              <a:ext uri="{FF2B5EF4-FFF2-40B4-BE49-F238E27FC236}">
                <a16:creationId xmlns:a16="http://schemas.microsoft.com/office/drawing/2014/main" id="{C7EFF326-498F-4F0C-8ECF-CC5D285A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10/27</a:t>
            </a:r>
          </a:p>
        </p:txBody>
      </p:sp>
      <p:sp>
        <p:nvSpPr>
          <p:cNvPr id="7" name="1.1 Tiếp nhận tài liệu">
            <a:extLst xmlns:a="http://schemas.openxmlformats.org/drawingml/2006/main">
              <a:ext uri="{FF2B5EF4-FFF2-40B4-BE49-F238E27FC236}">
                <a16:creationId xmlns:a16="http://schemas.microsoft.com/office/drawing/2014/main" id="{8F7B372E-CD58-4119-B1B8-41C3F4A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1.1 Tiếp nhận tài liệu</a:t>
            </a:r>
          </a:p>
        </p:txBody>
      </p:sp>
      <p:sp>
        <p:nvSpPr>
          <p:cNvPr id="8" name="1.2 Trích xuất nội dung">
            <a:extLst xmlns:a="http://schemas.openxmlformats.org/drawingml/2006/main">
              <a:ext uri="{FF2B5EF4-FFF2-40B4-BE49-F238E27FC236}">
                <a16:creationId xmlns:a16="http://schemas.microsoft.com/office/drawing/2014/main" id="{98D77996-AF27-4C04-BF14-A53CE41C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1.2 Trích xuất nội dung</a:t>
            </a:r>
          </a:p>
        </p:txBody>
      </p:sp>
      <p:sp>
        <p:nvSpPr>
          <p:cNvPr id="9" name="1.3 Lập chỉ mục">
            <a:extLst xmlns:a="http://schemas.openxmlformats.org/drawingml/2006/main">
              <a:ext uri="{FF2B5EF4-FFF2-40B4-BE49-F238E27FC236}">
                <a16:creationId xmlns:a16="http://schemas.microsoft.com/office/drawing/2014/main" id="{20327DB2-0B48-4CD5-A865-4D83C2C8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1.3 Lập chỉ mục</a:t>
            </a:r>
          </a:p>
        </p:txBody>
      </p:sp>
      <p:sp>
        <p:nvSpPr>
          <p:cNvPr id="10" name="D1 source / embedding / insight">
            <a:extLst xmlns:a="http://schemas.openxmlformats.org/drawingml/2006/main">
              <a:ext uri="{FF2B5EF4-FFF2-40B4-BE49-F238E27FC236}">
                <a16:creationId xmlns:a16="http://schemas.microsoft.com/office/drawing/2014/main" id="{C5C3B1AD-3FCD-4EF8-8EE8-10CD67F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858000"/>
            <a:ext cx="5715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D1 source / embedding / insight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86250" y="3405188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2" name="Tệp, URL, văn bản">
            <a:extLst xmlns:a="http://schemas.openxmlformats.org/drawingml/2006/main">
              <a:ext uri="{FF2B5EF4-FFF2-40B4-BE49-F238E27FC236}">
                <a16:creationId xmlns:a16="http://schemas.microsoft.com/office/drawing/2014/main" id="{D15A60E5-E293-4FF1-97CB-A413D5F6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Tệp, URL, văn bản</a:t>
            </a:r>
          </a:p>
        </p:txBody>
      </p: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763250" y="3405188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4" name="Văn bản và metadata">
            <a:extLst xmlns:a="http://schemas.openxmlformats.org/drawingml/2006/main">
              <a:ext uri="{FF2B5EF4-FFF2-40B4-BE49-F238E27FC236}">
                <a16:creationId xmlns:a16="http://schemas.microsoft.com/office/drawing/2014/main" id="{F122C9EC-9E7E-43C1-86BB-5527CB1C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Văn bản và metadata</a:t>
            </a:r>
          </a:p>
        </p:txBody>
      </p:sp>
      <p:cxnSp>
        <p:nvCxnSpPr>
          <p:cNvPr id="33" name=""/>
          <p:cNvCxnSpPr>
            <a:stCxn xmlns:a="http://schemas.openxmlformats.org/drawingml/2006/main" id="7" idx="2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19375" y="3952875"/>
            <a:ext cx="3571875" cy="3452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6" name="Bản ghi nguồn, command">
            <a:extLst xmlns:a="http://schemas.openxmlformats.org/drawingml/2006/main">
              <a:ext uri="{FF2B5EF4-FFF2-40B4-BE49-F238E27FC236}">
                <a16:creationId xmlns:a16="http://schemas.microsoft.com/office/drawing/2014/main" id="{8803BF6A-F394-4093-B20F-A821324F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Bản ghi nguồn, command</a:t>
            </a:r>
          </a:p>
        </p:txBody>
      </p:sp>
      <p:cxnSp>
        <p:nvCxnSpPr>
          <p:cNvPr id="35" name=""/>
          <p:cNvCxnSpPr>
            <a:stCxn xmlns:a="http://schemas.openxmlformats.org/drawingml/2006/main" id="9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11906250" y="3952875"/>
            <a:ext cx="3476625" cy="3452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8" name="Chunk, vector, insight">
            <a:extLst xmlns:a="http://schemas.openxmlformats.org/drawingml/2006/main">
              <a:ext uri="{FF2B5EF4-FFF2-40B4-BE49-F238E27FC236}">
                <a16:creationId xmlns:a16="http://schemas.microsoft.com/office/drawing/2014/main" id="{74C7E2FD-13A3-4A37-9EAD-88BF2F2B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5245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Chunk, vector, insight</a:t>
            </a:r>
          </a:p>
        </p:txBody>
      </p:sp>
      <p:sp>
        <p:nvSpPr>
          <p:cNvPr id="19" name="D6 trả về mã nguồn và trạng thái. Worker thực hiện">
            <a:extLst xmlns:a="http://schemas.openxmlformats.org/drawingml/2006/main">
              <a:ext uri="{FF2B5EF4-FFF2-40B4-BE49-F238E27FC236}">
                <a16:creationId xmlns:a16="http://schemas.microsoft.com/office/drawing/2014/main" id="{12CA64DD-85BC-45C2-8CCD-2104EC66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77250"/>
            <a:ext cx="1647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D6 trả về mã nguồn và trạng thái. Worker thực hiện xử lý sau khi API nhận yêu cầu.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c2fa890ebb422e">
              <a:extLst>
                <a:ext uri="{96DAC541-7B7A-43D3-8B79-37D633B846F1}">
                  <asvg:svgBlip xmlns:asvg="http://schemas.microsoft.com/office/drawing/2016/SVG/main" r:embed="Rf3adca96efe44bb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c2fa890ebb422e">
              <a:extLst>
                <a:ext uri="{96DAC541-7B7A-43D3-8B79-37D633B846F1}">
                  <asvg:svgBlip xmlns:asvg="http://schemas.microsoft.com/office/drawing/2016/SVG/main" r:embed="Rf3adca96efe44bb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DFD mức 2: hỏi đáp RAG">
            <a:extLst xmlns:a="http://schemas.openxmlformats.org/drawingml/2006/main">
              <a:ext uri="{FF2B5EF4-FFF2-40B4-BE49-F238E27FC236}">
                <a16:creationId xmlns:a16="http://schemas.microsoft.com/office/drawing/2014/main" id="{79037748-BBEE-4B24-A4D6-2BEF512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DFD mức 2: hỏi đáp RAG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4BF5B0A0-3408-4BEF-9A9E-7BD3C65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1/27">
            <a:extLst xmlns:a="http://schemas.openxmlformats.org/drawingml/2006/main">
              <a:ext uri="{FF2B5EF4-FFF2-40B4-BE49-F238E27FC236}">
                <a16:creationId xmlns:a16="http://schemas.microsoft.com/office/drawing/2014/main" id="{C90D5F23-7E9C-4308-B471-242E284D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11/27</a:t>
            </a:r>
          </a:p>
        </p:txBody>
      </p:sp>
      <p:sp>
        <p:nvSpPr>
          <p:cNvPr id="7" name="2.1 Phân tích câu hỏi">
            <a:extLst xmlns:a="http://schemas.openxmlformats.org/drawingml/2006/main">
              <a:ext uri="{FF2B5EF4-FFF2-40B4-BE49-F238E27FC236}">
                <a16:creationId xmlns:a16="http://schemas.microsoft.com/office/drawing/2014/main" id="{3AF47DDC-4ADA-493B-B9EF-9FFD7D47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2.1 Phân tích câu hỏi</a:t>
            </a:r>
          </a:p>
        </p:txBody>
      </p:sp>
      <p:sp>
        <p:nvSpPr>
          <p:cNvPr id="8" name="2.2 Truy xuất tài liệu">
            <a:extLst xmlns:a="http://schemas.openxmlformats.org/drawingml/2006/main">
              <a:ext uri="{FF2B5EF4-FFF2-40B4-BE49-F238E27FC236}">
                <a16:creationId xmlns:a16="http://schemas.microsoft.com/office/drawing/2014/main" id="{48DA8BEE-05A8-48F5-972A-2714022E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2.2 Truy xuất tài liệu</a:t>
            </a:r>
          </a:p>
        </p:txBody>
      </p:sp>
      <p:sp>
        <p:nvSpPr>
          <p:cNvPr id="9" name="2.3 Tổng hợp câu trả lời">
            <a:extLst xmlns:a="http://schemas.openxmlformats.org/drawingml/2006/main">
              <a:ext uri="{FF2B5EF4-FFF2-40B4-BE49-F238E27FC236}">
                <a16:creationId xmlns:a16="http://schemas.microsoft.com/office/drawing/2014/main" id="{2D0199AA-7DF6-4C1D-AA2A-9BFC60E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667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2.3 Tổng hợp câu trả lời</a:t>
            </a:r>
          </a:p>
        </p:txBody>
      </p:sp>
      <p:sp>
        <p:nvSpPr>
          <p:cNvPr id="10" name="D1 Nội dung và vector">
            <a:extLst xmlns:a="http://schemas.openxmlformats.org/drawingml/2006/main">
              <a:ext uri="{FF2B5EF4-FFF2-40B4-BE49-F238E27FC236}">
                <a16:creationId xmlns:a16="http://schemas.microsoft.com/office/drawing/2014/main" id="{8CCDD80F-E8F5-4431-90A0-9EDEADCC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675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D1 Nội dung và vector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86250" y="3214688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2" name="Truy vấn con">
            <a:extLst xmlns:a="http://schemas.openxmlformats.org/drawingml/2006/main">
              <a:ext uri="{FF2B5EF4-FFF2-40B4-BE49-F238E27FC236}">
                <a16:creationId xmlns:a16="http://schemas.microsoft.com/office/drawing/2014/main" id="{27DDF4A8-A661-4195-A948-CBB767D4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Truy vấn con</a:t>
            </a:r>
          </a:p>
        </p:txBody>
      </p: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763250" y="3214688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4" name="Ngữ cảnh và bằng chứng">
            <a:extLst xmlns:a="http://schemas.openxmlformats.org/drawingml/2006/main">
              <a:ext uri="{FF2B5EF4-FFF2-40B4-BE49-F238E27FC236}">
                <a16:creationId xmlns:a16="http://schemas.microsoft.com/office/drawing/2014/main" id="{1FDFB678-ED53-410E-88A4-6F1962E7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7622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Ngữ cảnh và bằng chứng</a:t>
            </a:r>
          </a:p>
        </p:txBody>
      </p:sp>
      <p:cxnSp>
        <p:nvCxnSpPr>
          <p:cNvPr id="32" name=""/>
          <p:cNvCxnSpPr>
            <a:stCxn xmlns:a="http://schemas.openxmlformats.org/drawingml/2006/main" id="10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9096375" y="3762375"/>
            <a:ext cx="0" cy="2905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6" name="Đoạn liên quan">
            <a:extLst xmlns:a="http://schemas.openxmlformats.org/drawingml/2006/main">
              <a:ext uri="{FF2B5EF4-FFF2-40B4-BE49-F238E27FC236}">
                <a16:creationId xmlns:a16="http://schemas.microsoft.com/office/drawing/2014/main" id="{6C59B8EA-3DEF-4B14-A8BA-08F0965F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958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Đoạn liên quan</a:t>
            </a:r>
          </a:p>
        </p:txBody>
      </p:sp>
      <p:sp>
        <p:nvSpPr>
          <p:cNvPr id="17" name="D1: câu hỏi do người dùng nhập&#10;D3: tài liệu đã xử ">
            <a:extLst xmlns:a="http://schemas.openxmlformats.org/drawingml/2006/main">
              <a:ext uri="{FF2B5EF4-FFF2-40B4-BE49-F238E27FC236}">
                <a16:creationId xmlns:a16="http://schemas.microsoft.com/office/drawing/2014/main" id="{3D8F2C4D-3FBB-417D-9B3C-8C75800F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542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D1: câu hỏi do người dùng nhập</a:t>
            </a:r>
          </a:p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D3: tài liệu đã xử lý và cấu hình mô hình</a:t>
            </a:r>
          </a:p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D6: câu trả lời truyền dần về giao diện</a:t>
            </a:r>
          </a:p>
        </p:txBody>
      </p:sp>
      <p:sp>
        <p:nvSpPr>
          <p:cNvPr id="18" name="Dịch vụ AI nhận prompt và ngữ cảnh ở bước lập chiế">
            <a:extLst xmlns:a="http://schemas.openxmlformats.org/drawingml/2006/main">
              <a:ext uri="{FF2B5EF4-FFF2-40B4-BE49-F238E27FC236}">
                <a16:creationId xmlns:a16="http://schemas.microsoft.com/office/drawing/2014/main" id="{BA872FE5-BD83-4CD8-B0A6-31EC7E4E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6197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Dịch vụ AI nhận prompt và ngữ cảnh ở bước lập chiến lược, trả lời và tổng hợp.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86044e962d47ee">
              <a:extLst>
                <a:ext uri="{96DAC541-7B7A-43D3-8B79-37D633B846F1}">
                  <asvg:svgBlip xmlns:asvg="http://schemas.microsoft.com/office/drawing/2016/SVG/main" r:embed="R0dd76171d92044e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286044e962d47ee">
              <a:extLst>
                <a:ext uri="{96DAC541-7B7A-43D3-8B79-37D633B846F1}">
                  <asvg:svgBlip xmlns:asvg="http://schemas.microsoft.com/office/drawing/2016/SVG/main" r:embed="R0dd76171d92044e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DFD mức 2: tạo podcast và video">
            <a:extLst xmlns:a="http://schemas.openxmlformats.org/drawingml/2006/main">
              <a:ext uri="{FF2B5EF4-FFF2-40B4-BE49-F238E27FC236}">
                <a16:creationId xmlns:a16="http://schemas.microsoft.com/office/drawing/2014/main" id="{244191D1-627E-4419-B88B-0427AA99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DFD mức 2: tạo podcast và video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E2449581-6BB2-4ED7-968B-81A750E2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2/27">
            <a:extLst xmlns:a="http://schemas.openxmlformats.org/drawingml/2006/main">
              <a:ext uri="{FF2B5EF4-FFF2-40B4-BE49-F238E27FC236}">
                <a16:creationId xmlns:a16="http://schemas.microsoft.com/office/drawing/2014/main" id="{46935A41-F932-49DA-B11E-2197AB2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12/27</a:t>
            </a:r>
          </a:p>
        </p:txBody>
      </p:sp>
      <p:sp>
        <p:nvSpPr>
          <p:cNvPr id="7" name="3.1 Chuẩn bị nội dung">
            <a:extLst xmlns:a="http://schemas.openxmlformats.org/drawingml/2006/main">
              <a:ext uri="{FF2B5EF4-FFF2-40B4-BE49-F238E27FC236}">
                <a16:creationId xmlns:a16="http://schemas.microsoft.com/office/drawing/2014/main" id="{0154B3A3-F2C6-4459-8D72-A58AFBFE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3.1 Chuẩn bị nội dung</a:t>
            </a:r>
          </a:p>
        </p:txBody>
      </p:sp>
      <p:sp>
        <p:nvSpPr>
          <p:cNvPr id="8" name="3.2 Sinh kịch bản">
            <a:extLst xmlns:a="http://schemas.openxmlformats.org/drawingml/2006/main">
              <a:ext uri="{FF2B5EF4-FFF2-40B4-BE49-F238E27FC236}">
                <a16:creationId xmlns:a16="http://schemas.microsoft.com/office/drawing/2014/main" id="{F213151E-9039-4999-BA75-57382AF4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3.2 Sinh kịch bản</a:t>
            </a:r>
          </a:p>
        </p:txBody>
      </p:sp>
      <p:sp>
        <p:nvSpPr>
          <p:cNvPr id="9" name="3.3 Kết xuất media">
            <a:extLst xmlns:a="http://schemas.openxmlformats.org/drawingml/2006/main">
              <a:ext uri="{FF2B5EF4-FFF2-40B4-BE49-F238E27FC236}">
                <a16:creationId xmlns:a16="http://schemas.microsoft.com/office/drawing/2014/main" id="{37E5817C-3C2B-45D9-A7E2-63FC318D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85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3.3 Kết xuất media</a:t>
            </a:r>
          </a:p>
        </p:txBody>
      </p:sp>
      <p:sp>
        <p:nvSpPr>
          <p:cNvPr id="10" name="D3 episode / video_episode / command">
            <a:extLst xmlns:a="http://schemas.openxmlformats.org/drawingml/2006/main">
              <a:ext uri="{FF2B5EF4-FFF2-40B4-BE49-F238E27FC236}">
                <a16:creationId xmlns:a16="http://schemas.microsoft.com/office/drawing/2014/main" id="{8FEDE28E-4903-48F4-8809-67939729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8580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6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D3 episode / video_episode / command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86250" y="3405188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2" name="Ngữ cảnh, profile">
            <a:extLst xmlns:a="http://schemas.openxmlformats.org/drawingml/2006/main">
              <a:ext uri="{FF2B5EF4-FFF2-40B4-BE49-F238E27FC236}">
                <a16:creationId xmlns:a16="http://schemas.microsoft.com/office/drawing/2014/main" id="{463E3F0D-6FCE-43C9-A1D7-25C67F2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Ngữ cảnh, profile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763250" y="3405188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4" name="Kịch bản, storyboard">
            <a:extLst xmlns:a="http://schemas.openxmlformats.org/drawingml/2006/main">
              <a:ext uri="{FF2B5EF4-FFF2-40B4-BE49-F238E27FC236}">
                <a16:creationId xmlns:a16="http://schemas.microsoft.com/office/drawing/2014/main" id="{68CFB158-BB24-4320-A780-F68D14EC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Kịch bản, storyboard</a:t>
            </a:r>
          </a:p>
        </p:txBody>
      </p:sp>
      <p:cxnSp>
        <p:nvCxnSpPr>
          <p:cNvPr id="31" name=""/>
          <p:cNvCxnSpPr>
            <a:stCxn xmlns:a="http://schemas.openxmlformats.org/drawingml/2006/main" id="9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12763500" y="3952875"/>
            <a:ext cx="2619375" cy="3476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6" name="Tệp audio/video, trạng thái">
            <a:extLst xmlns:a="http://schemas.openxmlformats.org/drawingml/2006/main">
              <a:ext uri="{FF2B5EF4-FFF2-40B4-BE49-F238E27FC236}">
                <a16:creationId xmlns:a16="http://schemas.microsoft.com/office/drawing/2014/main" id="{2100A40F-A288-440B-9ECE-CEEBC353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3816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Tệp audio/video, trạng thái</a:t>
            </a:r>
          </a:p>
        </p:txBody>
      </p:sp>
      <p:sp>
        <p:nvSpPr>
          <p:cNvPr id="17" name="Đầu vào: notebook, nguồn, cấu hình giọng và hình ả">
            <a:extLst xmlns:a="http://schemas.openxmlformats.org/drawingml/2006/main">
              <a:ext uri="{FF2B5EF4-FFF2-40B4-BE49-F238E27FC236}">
                <a16:creationId xmlns:a16="http://schemas.microsoft.com/office/drawing/2014/main" id="{AD5818F5-8E28-43CA-909D-5B4BE6D4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Đầu vào: notebook, nguồn, cấu hình giọng và hình ảnh</a:t>
            </a:r>
          </a:p>
          <a:p xmlns:a="http://schemas.openxmlformats.org/drawingml/2006/main">
            <a:pPr>
              <a:defRPr sz="25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Đầu ra: mã tác vụ, tiến độ, sản phẩm hoặc lỗi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5841f834d646e8">
              <a:extLst>
                <a:ext uri="{96DAC541-7B7A-43D3-8B79-37D633B846F1}">
                  <asvg:svgBlip xmlns:asvg="http://schemas.microsoft.com/office/drawing/2016/SVG/main" r:embed="R79e3ea39f7fa49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5841f834d646e8">
              <a:extLst>
                <a:ext uri="{96DAC541-7B7A-43D3-8B79-37D633B846F1}">
                  <asvg:svgBlip xmlns:asvg="http://schemas.microsoft.com/office/drawing/2016/SVG/main" r:embed="R79e3ea39f7fa49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Activity: xử lý nguồn">
            <a:extLst xmlns:a="http://schemas.openxmlformats.org/drawingml/2006/main">
              <a:ext uri="{FF2B5EF4-FFF2-40B4-BE49-F238E27FC236}">
                <a16:creationId xmlns:a16="http://schemas.microsoft.com/office/drawing/2014/main" id="{8358EDA7-740D-460A-9874-E6C055B6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Activity: xử lý nguồn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F21EE575-1E94-4F93-A836-D61F0CDB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3/27">
            <a:extLst xmlns:a="http://schemas.openxmlformats.org/drawingml/2006/main">
              <a:ext uri="{FF2B5EF4-FFF2-40B4-BE49-F238E27FC236}">
                <a16:creationId xmlns:a16="http://schemas.microsoft.com/office/drawing/2014/main" id="{60A5D8C4-AE89-448F-A532-11E57E16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13/27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3a67d725d4425"/>
          <a:stretch xmlns:a="http://schemas.openxmlformats.org/drawingml/2006/main"/>
        </p:blipFill>
        <p:spPr>
          <a:xfrm xmlns:a="http://schemas.openxmlformats.org/drawingml/2006/main">
            <a:off x="4944479" y="2333625"/>
            <a:ext cx="8399042" cy="657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35affd25ec44eb">
              <a:extLst>
                <a:ext uri="{96DAC541-7B7A-43D3-8B79-37D633B846F1}">
                  <asvg:svgBlip xmlns:asvg="http://schemas.microsoft.com/office/drawing/2016/SVG/main" r:embed="Ra9cc7671b7454e8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35affd25ec44eb">
              <a:extLst>
                <a:ext uri="{96DAC541-7B7A-43D3-8B79-37D633B846F1}">
                  <asvg:svgBlip xmlns:asvg="http://schemas.microsoft.com/office/drawing/2016/SVG/main" r:embed="Ra9cc7671b7454e8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Sequence: hỏi đáp RAG">
            <a:extLst xmlns:a="http://schemas.openxmlformats.org/drawingml/2006/main">
              <a:ext uri="{FF2B5EF4-FFF2-40B4-BE49-F238E27FC236}">
                <a16:creationId xmlns:a16="http://schemas.microsoft.com/office/drawing/2014/main" id="{7C49A2EB-131D-4F96-831A-E3388A9D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Sequence: hỏi đáp RAG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C1BDB66E-413C-428A-8B45-876771E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4/27">
            <a:extLst xmlns:a="http://schemas.openxmlformats.org/drawingml/2006/main">
              <a:ext uri="{FF2B5EF4-FFF2-40B4-BE49-F238E27FC236}">
                <a16:creationId xmlns:a16="http://schemas.microsoft.com/office/drawing/2014/main" id="{791BD8FA-C2F9-4FEE-B6A9-1BD0B0CA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14/27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754f8b65f4c78"/>
          <a:stretch xmlns:a="http://schemas.openxmlformats.org/drawingml/2006/main"/>
        </p:blipFill>
        <p:spPr>
          <a:xfrm xmlns:a="http://schemas.openxmlformats.org/drawingml/2006/main">
            <a:off x="4426369" y="2333625"/>
            <a:ext cx="9435262" cy="657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5651db05e04918">
              <a:extLst>
                <a:ext uri="{96DAC541-7B7A-43D3-8B79-37D633B846F1}">
                  <asvg:svgBlip xmlns:asvg="http://schemas.microsoft.com/office/drawing/2016/SVG/main" r:embed="R1fe48b114bd8440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5651db05e04918">
              <a:extLst>
                <a:ext uri="{96DAC541-7B7A-43D3-8B79-37D633B846F1}">
                  <asvg:svgBlip xmlns:asvg="http://schemas.microsoft.com/office/drawing/2016/SVG/main" r:embed="R1fe48b114bd8440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Sequence: tạo podcast">
            <a:extLst xmlns:a="http://schemas.openxmlformats.org/drawingml/2006/main">
              <a:ext uri="{FF2B5EF4-FFF2-40B4-BE49-F238E27FC236}">
                <a16:creationId xmlns:a16="http://schemas.microsoft.com/office/drawing/2014/main" id="{A09C5183-CACF-4063-83F3-933D8EF2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Sequence: tạo podcast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7BAF0C54-60DC-4862-B243-C31C099B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5/27">
            <a:extLst xmlns:a="http://schemas.openxmlformats.org/drawingml/2006/main">
              <a:ext uri="{FF2B5EF4-FFF2-40B4-BE49-F238E27FC236}">
                <a16:creationId xmlns:a16="http://schemas.microsoft.com/office/drawing/2014/main" id="{5EC92480-DCE8-4B91-A3CC-C5815175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15/27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ec39c54e94a2f"/>
          <a:stretch xmlns:a="http://schemas.openxmlformats.org/drawingml/2006/main"/>
        </p:blipFill>
        <p:spPr>
          <a:xfrm xmlns:a="http://schemas.openxmlformats.org/drawingml/2006/main">
            <a:off x="4169733" y="2333625"/>
            <a:ext cx="9948534" cy="657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eef82892364d4c">
              <a:extLst>
                <a:ext uri="{96DAC541-7B7A-43D3-8B79-37D633B846F1}">
                  <asvg:svgBlip xmlns:asvg="http://schemas.microsoft.com/office/drawing/2016/SVG/main" r:embed="R92f0d94faf4549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eef82892364d4c">
              <a:extLst>
                <a:ext uri="{96DAC541-7B7A-43D3-8B79-37D633B846F1}">
                  <asvg:svgBlip xmlns:asvg="http://schemas.microsoft.com/office/drawing/2016/SVG/main" r:embed="R92f0d94faf4549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Phân tích hướng đối tượng">
            <a:extLst xmlns:a="http://schemas.openxmlformats.org/drawingml/2006/main">
              <a:ext uri="{FF2B5EF4-FFF2-40B4-BE49-F238E27FC236}">
                <a16:creationId xmlns:a16="http://schemas.microsoft.com/office/drawing/2014/main" id="{FF8FCBC8-CE9F-4196-8E7F-C801CFE9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Phân tích hướng đối tượng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7FFE3F53-3484-4979-A50B-0A82AD3E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6/27">
            <a:extLst xmlns:a="http://schemas.openxmlformats.org/drawingml/2006/main">
              <a:ext uri="{FF2B5EF4-FFF2-40B4-BE49-F238E27FC236}">
                <a16:creationId xmlns:a16="http://schemas.microsoft.com/office/drawing/2014/main" id="{7187DC4E-F5E6-4530-81F7-B35C43F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16/27</a:t>
            </a:r>
          </a:p>
        </p:txBody>
      </p:sp>
      <p:sp>
        <p:nvSpPr>
          <p:cNvPr id="7" name="Đối tượng nghiệp vụ">
            <a:extLst xmlns:a="http://schemas.openxmlformats.org/drawingml/2006/main">
              <a:ext uri="{FF2B5EF4-FFF2-40B4-BE49-F238E27FC236}">
                <a16:creationId xmlns:a16="http://schemas.microsoft.com/office/drawing/2014/main" id="{D408F318-8853-42CE-A45C-1C20AE82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Đối tượng nghiệp vụ</a:t>
            </a:r>
          </a:p>
        </p:txBody>
      </p:sp>
      <p:sp>
        <p:nvSpPr>
          <p:cNvPr id="8" name="Notebook tổ chức chủ đề nghiên cứu&#10;Source giữ tài ">
            <a:extLst xmlns:a="http://schemas.openxmlformats.org/drawingml/2006/main">
              <a:ext uri="{FF2B5EF4-FFF2-40B4-BE49-F238E27FC236}">
                <a16:creationId xmlns:a16="http://schemas.microsoft.com/office/drawing/2014/main" id="{50640C9D-E642-40A7-99DA-1A7BF588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 tổ chức chủ đề nghiên cứu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 giữ tài liệu và trạng thái xử lý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 lưu tri thức do người dùng biên soạn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ChatSession duy trì phiên tương tác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Episode giữ sản phẩm media và tác vụ</a:t>
            </a:r>
          </a:p>
        </p:txBody>
      </p:sp>
      <p:sp>
        <p:nvSpPr>
          <p:cNvPr id="9" name="Phân công theo vai trò">
            <a:extLst xmlns:a="http://schemas.openxmlformats.org/drawingml/2006/main">
              <a:ext uri="{FF2B5EF4-FFF2-40B4-BE49-F238E27FC236}">
                <a16:creationId xmlns:a16="http://schemas.microsoft.com/office/drawing/2014/main" id="{FC54989D-599E-48A6-B337-7E8948F9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Phân công theo vai trò</a:t>
            </a:r>
          </a:p>
        </p:txBody>
      </p:sp>
      <p:sp>
        <p:nvSpPr>
          <p:cNvPr id="10" name="Boundary: màn hình và API request/response&#10;Control">
            <a:extLst xmlns:a="http://schemas.openxmlformats.org/drawingml/2006/main">
              <a:ext uri="{FF2B5EF4-FFF2-40B4-BE49-F238E27FC236}">
                <a16:creationId xmlns:a16="http://schemas.microsoft.com/office/drawing/2014/main" id="{93308D73-AFBC-4E13-9E55-5FF031CA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Boundary: màn hình và API request/response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Control: router, service, graph, command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Entity: domain model và bản ghi SurrealDB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Repository: thực hiện truy vấn async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Provider adapter: giao tiếp dịch vụ AI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969808542f45f2">
              <a:extLst>
                <a:ext uri="{96DAC541-7B7A-43D3-8B79-37D633B846F1}">
                  <asvg:svgBlip xmlns:asvg="http://schemas.microsoft.com/office/drawing/2016/SVG/main" r:embed="R8989026f36d9471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969808542f45f2">
              <a:extLst>
                <a:ext uri="{96DAC541-7B7A-43D3-8B79-37D633B846F1}">
                  <asvg:svgBlip xmlns:asvg="http://schemas.microsoft.com/office/drawing/2016/SVG/main" r:embed="R8989026f36d9471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Mô hình lớp phân tích">
            <a:extLst xmlns:a="http://schemas.openxmlformats.org/drawingml/2006/main">
              <a:ext uri="{FF2B5EF4-FFF2-40B4-BE49-F238E27FC236}">
                <a16:creationId xmlns:a16="http://schemas.microsoft.com/office/drawing/2014/main" id="{A89A0F1A-84AD-4D1E-AA5D-EAC94C77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Mô hình lớp phân tích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E1B9CBE6-1FEC-42A4-A1B9-E63BB1F5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7/27">
            <a:extLst xmlns:a="http://schemas.openxmlformats.org/drawingml/2006/main">
              <a:ext uri="{FF2B5EF4-FFF2-40B4-BE49-F238E27FC236}">
                <a16:creationId xmlns:a16="http://schemas.microsoft.com/office/drawing/2014/main" id="{1FAAABE2-E517-4116-9768-3B928CB1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17/27</a:t>
            </a:r>
          </a:p>
        </p:txBody>
      </p:sp>
      <p:sp>
        <p:nvSpPr>
          <p:cNvPr id="7" name="Notebook&#10;id, name, description&#10;quản lý chủ đề">
            <a:extLst xmlns:a="http://schemas.openxmlformats.org/drawingml/2006/main">
              <a:ext uri="{FF2B5EF4-FFF2-40B4-BE49-F238E27FC236}">
                <a16:creationId xmlns:a16="http://schemas.microsoft.com/office/drawing/2014/main" id="{EA4D6330-0DCF-4077-97C3-09D5EE8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</a:t>
            </a:r>
          </a:p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id, name, description</a:t>
            </a:r>
          </a:p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quản lý chủ đề</a:t>
            </a:r>
          </a:p>
        </p:txBody>
      </p:sp>
      <p:sp>
        <p:nvSpPr>
          <p:cNvPr id="8" name="Source&#10;asset, full_text, command&#10;xử lý tài liệu">
            <a:extLst xmlns:a="http://schemas.openxmlformats.org/drawingml/2006/main">
              <a:ext uri="{FF2B5EF4-FFF2-40B4-BE49-F238E27FC236}">
                <a16:creationId xmlns:a16="http://schemas.microsoft.com/office/drawing/2014/main" id="{083B8531-5112-41CC-82BC-2984D113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3905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</a:t>
            </a:r>
          </a:p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asset, full_text, command</a:t>
            </a:r>
          </a:p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xử lý tài liệu</a:t>
            </a:r>
          </a:p>
        </p:txBody>
      </p:sp>
      <p:sp>
        <p:nvSpPr>
          <p:cNvPr id="9" name="Note&#10;title, content&#10;lưu ghi chú">
            <a:extLst xmlns:a="http://schemas.openxmlformats.org/drawingml/2006/main">
              <a:ext uri="{FF2B5EF4-FFF2-40B4-BE49-F238E27FC236}">
                <a16:creationId xmlns:a16="http://schemas.microsoft.com/office/drawing/2014/main" id="{8DEE2A41-CC61-4948-8B15-2D689770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8102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</a:t>
            </a:r>
          </a:p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title, content</a:t>
            </a:r>
          </a:p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lưu ghi chú</a:t>
            </a:r>
          </a:p>
        </p:txBody>
      </p:sp>
      <p:sp>
        <p:nvSpPr>
          <p:cNvPr id="10" name="ChatSession&#10;title, model_override&#10;quản lý phiên">
            <a:extLst xmlns:a="http://schemas.openxmlformats.org/drawingml/2006/main">
              <a:ext uri="{FF2B5EF4-FFF2-40B4-BE49-F238E27FC236}">
                <a16:creationId xmlns:a16="http://schemas.microsoft.com/office/drawing/2014/main" id="{8CBD4D6D-041A-4856-959C-BC44EB02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810250"/>
            <a:ext cx="3905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ChatSession</a:t>
            </a:r>
          </a:p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title, model_override</a:t>
            </a:r>
          </a:p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quản lý phiên</a:t>
            </a:r>
          </a:p>
        </p:txBody>
      </p: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000375" y="3381375"/>
            <a:ext cx="4429125" cy="2428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2" name="0..* reference 0..*">
            <a:extLst xmlns:a="http://schemas.openxmlformats.org/drawingml/2006/main">
              <a:ext uri="{FF2B5EF4-FFF2-40B4-BE49-F238E27FC236}">
                <a16:creationId xmlns:a16="http://schemas.microsoft.com/office/drawing/2014/main" id="{29D77986-E6F0-4C41-B343-2B8F8034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148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0..* reference 0..*</a:t>
            </a:r>
          </a:p>
        </p:txBody>
      </p:sp>
      <p:cxnSp>
        <p:nvCxnSpPr>
          <p:cNvPr id="29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096375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4" name="0..* artifact 0..*">
            <a:extLst xmlns:a="http://schemas.openxmlformats.org/drawingml/2006/main">
              <a:ext uri="{FF2B5EF4-FFF2-40B4-BE49-F238E27FC236}">
                <a16:creationId xmlns:a16="http://schemas.microsoft.com/office/drawing/2014/main" id="{569D2B96-7DEB-4904-BADB-54D3EAC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0..* artifact 0..*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763250" y="3381375"/>
            <a:ext cx="4524375" cy="2428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6" name="refers_to">
            <a:extLst xmlns:a="http://schemas.openxmlformats.org/drawingml/2006/main">
              <a:ext uri="{FF2B5EF4-FFF2-40B4-BE49-F238E27FC236}">
                <a16:creationId xmlns:a16="http://schemas.microsoft.com/office/drawing/2014/main" id="{AED2298A-BC4D-41B3-92DE-53893476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7148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refers_to</a:t>
            </a:r>
          </a:p>
        </p:txBody>
      </p:sp>
      <p:sp>
        <p:nvSpPr>
          <p:cNvPr id="17" name="Source còn liên kết SourceEmbedding và SourceInsig">
            <a:extLst xmlns:a="http://schemas.openxmlformats.org/drawingml/2006/main">
              <a:ext uri="{FF2B5EF4-FFF2-40B4-BE49-F238E27FC236}">
                <a16:creationId xmlns:a16="http://schemas.microsoft.com/office/drawing/2014/main" id="{DCE19FCA-273E-42CF-8A77-07C3DABD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77250"/>
            <a:ext cx="161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 còn liên kết SourceEmbedding và SourceInsight. Đây là mô hình phân tích rút gọn.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715d28ebf5b49b8">
              <a:extLst>
                <a:ext uri="{96DAC541-7B7A-43D3-8B79-37D633B846F1}">
                  <asvg:svgBlip xmlns:asvg="http://schemas.microsoft.com/office/drawing/2016/SVG/main" r:embed="R1c952827172a44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715d28ebf5b49b8">
              <a:extLst>
                <a:ext uri="{96DAC541-7B7A-43D3-8B79-37D633B846F1}">
                  <asvg:svgBlip xmlns:asvg="http://schemas.microsoft.com/office/drawing/2016/SVG/main" r:embed="R1c952827172a44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rách nhiệm của các lớp">
            <a:extLst xmlns:a="http://schemas.openxmlformats.org/drawingml/2006/main">
              <a:ext uri="{FF2B5EF4-FFF2-40B4-BE49-F238E27FC236}">
                <a16:creationId xmlns:a16="http://schemas.microsoft.com/office/drawing/2014/main" id="{BEF9E294-9426-4410-8D19-9A76F334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Trách nhiệm của các lớp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DE4190F9-15A3-4283-BD27-D6B4FA36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8/27">
            <a:extLst xmlns:a="http://schemas.openxmlformats.org/drawingml/2006/main">
              <a:ext uri="{FF2B5EF4-FFF2-40B4-BE49-F238E27FC236}">
                <a16:creationId xmlns:a16="http://schemas.microsoft.com/office/drawing/2014/main" id="{0CC5508B-066E-40BE-9654-98991B42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18/27</a:t>
            </a:r>
          </a:p>
        </p:txBody>
      </p:sp>
      <p:sp>
        <p:nvSpPr>
          <p:cNvPr id="7" name="Tri thức và nội dung">
            <a:extLst xmlns:a="http://schemas.openxmlformats.org/drawingml/2006/main">
              <a:ext uri="{FF2B5EF4-FFF2-40B4-BE49-F238E27FC236}">
                <a16:creationId xmlns:a16="http://schemas.microsoft.com/office/drawing/2014/main" id="{6394AF9B-C2DB-4709-BA35-27EF468B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Tri thức và nội dung</a:t>
            </a:r>
          </a:p>
        </p:txBody>
      </p:sp>
      <p:sp>
        <p:nvSpPr>
          <p:cNvPr id="8" name="Notebook: tổ chức nguồn, note và phiên&#10;Source: met">
            <a:extLst xmlns:a="http://schemas.openxmlformats.org/drawingml/2006/main">
              <a:ext uri="{FF2B5EF4-FFF2-40B4-BE49-F238E27FC236}">
                <a16:creationId xmlns:a16="http://schemas.microsoft.com/office/drawing/2014/main" id="{998EDC75-7DFD-446A-A3E0-7FC23938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Notebook: tổ chức nguồn, note và phiên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Source: metadata, văn bản và xử lý nguồn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SourceEmbedding: chunk và vector tìm kiếm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SourceInsight: kết quả transformation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Note: nội dung và embedding tùy nhu cầu</a:t>
            </a:r>
          </a:p>
        </p:txBody>
      </p:sp>
      <p:sp>
        <p:nvSpPr>
          <p:cNvPr id="9" name="AI và tác vụ">
            <a:extLst xmlns:a="http://schemas.openxmlformats.org/drawingml/2006/main">
              <a:ext uri="{FF2B5EF4-FFF2-40B4-BE49-F238E27FC236}">
                <a16:creationId xmlns:a16="http://schemas.microsoft.com/office/drawing/2014/main" id="{FAABE601-6F4E-40F9-8764-3C7870FC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AI và tác vụ</a:t>
            </a:r>
          </a:p>
        </p:txBody>
      </p:sp>
      <p:sp>
        <p:nvSpPr>
          <p:cNvPr id="10" name="Model: provider, loại và tên mô hình&#10;Credential: t">
            <a:extLst xmlns:a="http://schemas.openxmlformats.org/drawingml/2006/main">
              <a:ext uri="{FF2B5EF4-FFF2-40B4-BE49-F238E27FC236}">
                <a16:creationId xmlns:a16="http://schemas.microsoft.com/office/drawing/2014/main" id="{7B1CB316-A2A6-4D52-A144-22263E77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Model: provider, loại và tên mô hình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Credential: thông tin kết nối mã hóa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Transformation: prompt và mô hình xử lý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PodcastEpisode / VideoEpisode: sản phẩm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Command: trạng thái thực thi nền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5c239a0bf544c2">
              <a:extLst>
                <a:ext uri="{96DAC541-7B7A-43D3-8B79-37D633B846F1}">
                  <asvg:svgBlip xmlns:asvg="http://schemas.microsoft.com/office/drawing/2016/SVG/main" r:embed="Rd8eb56f16c0044e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5c239a0bf544c2">
              <a:extLst>
                <a:ext uri="{96DAC541-7B7A-43D3-8B79-37D633B846F1}">
                  <asvg:svgBlip xmlns:asvg="http://schemas.microsoft.com/office/drawing/2016/SVG/main" r:embed="Rd8eb56f16c0044e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rạng thái nguồn và tác vụ">
            <a:extLst xmlns:a="http://schemas.openxmlformats.org/drawingml/2006/main">
              <a:ext uri="{FF2B5EF4-FFF2-40B4-BE49-F238E27FC236}">
                <a16:creationId xmlns:a16="http://schemas.microsoft.com/office/drawing/2014/main" id="{D1056788-BDD9-4296-8731-E93EF14D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Trạng thái nguồn và tác vụ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4CB8E7D5-9D39-4F53-BA36-87544A57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19/27">
            <a:extLst xmlns:a="http://schemas.openxmlformats.org/drawingml/2006/main">
              <a:ext uri="{FF2B5EF4-FFF2-40B4-BE49-F238E27FC236}">
                <a16:creationId xmlns:a16="http://schemas.microsoft.com/office/drawing/2014/main" id="{369305DE-02A9-49ED-A451-3DB22F29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19/27</a:t>
            </a:r>
          </a:p>
        </p:txBody>
      </p:sp>
      <p:sp>
        <p:nvSpPr>
          <p:cNvPr id="7" name="Nguồn được tạo">
            <a:extLst xmlns:a="http://schemas.openxmlformats.org/drawingml/2006/main">
              <a:ext uri="{FF2B5EF4-FFF2-40B4-BE49-F238E27FC236}">
                <a16:creationId xmlns:a16="http://schemas.microsoft.com/office/drawing/2014/main" id="{F1EADF6D-5D9B-4A2F-BED6-877D44AF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Nguồn được tạo</a:t>
            </a:r>
          </a:p>
        </p:txBody>
      </p:sp>
      <p:sp>
        <p:nvSpPr>
          <p:cNvPr id="8" name="Đang xử lý">
            <a:extLst xmlns:a="http://schemas.openxmlformats.org/drawingml/2006/main">
              <a:ext uri="{FF2B5EF4-FFF2-40B4-BE49-F238E27FC236}">
                <a16:creationId xmlns:a16="http://schemas.microsoft.com/office/drawing/2014/main" id="{82E228D6-771F-4C53-B64B-EC60245F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Đang xử lý</a:t>
            </a:r>
          </a:p>
        </p:txBody>
      </p:sp>
      <p:sp>
        <p:nvSpPr>
          <p:cNvPr id="9" name="Sẵn sàng">
            <a:extLst xmlns:a="http://schemas.openxmlformats.org/drawingml/2006/main">
              <a:ext uri="{FF2B5EF4-FFF2-40B4-BE49-F238E27FC236}">
                <a16:creationId xmlns:a16="http://schemas.microsoft.com/office/drawing/2014/main" id="{640A40A9-D4B1-4668-83DB-6A13A973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0480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Sẵn sàng</a:t>
            </a:r>
          </a:p>
        </p:txBody>
      </p:sp>
      <p:sp>
        <p:nvSpPr>
          <p:cNvPr id="10" name="Xử lý thất bại">
            <a:extLst xmlns:a="http://schemas.openxmlformats.org/drawingml/2006/main">
              <a:ext uri="{FF2B5EF4-FFF2-40B4-BE49-F238E27FC236}">
                <a16:creationId xmlns:a16="http://schemas.microsoft.com/office/drawing/2014/main" id="{1089C3C9-6592-450A-A0B3-0A43B34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67500"/>
            <a:ext cx="3333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9F1FF"/>
          </a:solidFill>
          <a:ln xmlns:a="http://schemas.openxmlformats.org/drawingml/2006/main" w="19050">
            <a:solidFill>
              <a:srgbClr val="17171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Xử lý thất bại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76750" y="3595688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2" name="Worker nhận command">
            <a:extLst xmlns:a="http://schemas.openxmlformats.org/drawingml/2006/main">
              <a:ext uri="{FF2B5EF4-FFF2-40B4-BE49-F238E27FC236}">
                <a16:creationId xmlns:a16="http://schemas.microsoft.com/office/drawing/2014/main" id="{C99F3116-ACA0-4ED3-81B0-1B8B21DC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Worker nhận command</a:t>
            </a:r>
          </a:p>
        </p:txBody>
      </p: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763250" y="3595688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4" name="Lưu nội dung và chỉ mục">
            <a:extLst xmlns:a="http://schemas.openxmlformats.org/drawingml/2006/main">
              <a:ext uri="{FF2B5EF4-FFF2-40B4-BE49-F238E27FC236}">
                <a16:creationId xmlns:a16="http://schemas.microsoft.com/office/drawing/2014/main" id="{C6D22013-881B-41AB-AA93-8DDCD9CC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003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Lưu nội dung và chỉ mục</a:t>
            </a:r>
          </a:p>
        </p:txBody>
      </p: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096375" y="4143375"/>
            <a:ext cx="0" cy="2524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6" name="Lỗi trích xuất / AI / lưu trữ">
            <a:extLst xmlns:a="http://schemas.openxmlformats.org/drawingml/2006/main">
              <a:ext uri="{FF2B5EF4-FFF2-40B4-BE49-F238E27FC236}">
                <a16:creationId xmlns:a16="http://schemas.microsoft.com/office/drawing/2014/main" id="{0549703F-21DD-4E33-AD9E-708FA100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Lỗi trích xuất / AI / lưu trữ</a:t>
            </a:r>
          </a:p>
        </p:txBody>
      </p:sp>
      <p:cxnSp>
        <p:nvCxnSpPr>
          <p:cNvPr id="35" name=""/>
          <p:cNvCxnSpPr>
            <a:stCxn xmlns:a="http://schemas.openxmlformats.org/drawingml/2006/main" id="10" idx="1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429500" y="3595688"/>
            <a:ext cx="0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717"/>
            </a:solidFill>
            <a:tailEnd type="triangle" w="med" len="med"/>
          </a:ln>
        </p:spPr>
      </p:cxnSp>
      <p:sp>
        <p:nvSpPr>
          <p:cNvPr id="18" name="Thử lại">
            <a:extLst xmlns:a="http://schemas.openxmlformats.org/drawingml/2006/main">
              <a:ext uri="{FF2B5EF4-FFF2-40B4-BE49-F238E27FC236}">
                <a16:creationId xmlns:a16="http://schemas.microsoft.com/office/drawing/2014/main" id="{972E2A64-F45B-4C6E-93BD-33E9C77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Thử lại</a:t>
            </a:r>
          </a:p>
        </p:txBody>
      </p:sp>
      <p:sp>
        <p:nvSpPr>
          <p:cNvPr id="19" name="Mô hình trạng thái nghiệp vụ. API suy ra trạng thá">
            <a:extLst xmlns:a="http://schemas.openxmlformats.org/drawingml/2006/main">
              <a:ext uri="{FF2B5EF4-FFF2-40B4-BE49-F238E27FC236}">
                <a16:creationId xmlns:a16="http://schemas.microsoft.com/office/drawing/2014/main" id="{5E6C3175-B0A0-4C5E-8BB7-ADFE83FF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620125"/>
            <a:ext cx="1657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Mô hình trạng thái nghiệp vụ. API suy ra trạng thái nguồn từ dữ liệu và command, không giả định một cột status thống nhất.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1210f57ce94f13">
              <a:extLst>
                <a:ext uri="{96DAC541-7B7A-43D3-8B79-37D633B846F1}">
                  <asvg:svgBlip xmlns:asvg="http://schemas.microsoft.com/office/drawing/2016/SVG/main" r:embed="Re1827c6064a3498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1210f57ce94f13">
              <a:extLst>
                <a:ext uri="{96DAC541-7B7A-43D3-8B79-37D633B846F1}">
                  <asvg:svgBlip xmlns:asvg="http://schemas.microsoft.com/office/drawing/2016/SVG/main" r:embed="Re1827c6064a3498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hiết kế dữ liệu lưu trữ">
            <a:extLst xmlns:a="http://schemas.openxmlformats.org/drawingml/2006/main">
              <a:ext uri="{FF2B5EF4-FFF2-40B4-BE49-F238E27FC236}">
                <a16:creationId xmlns:a16="http://schemas.microsoft.com/office/drawing/2014/main" id="{434C611A-464B-40CC-A819-2D7510D3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Thiết kế dữ liệu lưu trữ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515BECA4-3F93-49AA-93F6-A68A7192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20/27">
            <a:extLst xmlns:a="http://schemas.openxmlformats.org/drawingml/2006/main">
              <a:ext uri="{FF2B5EF4-FFF2-40B4-BE49-F238E27FC236}">
                <a16:creationId xmlns:a16="http://schemas.microsoft.com/office/drawing/2014/main" id="{C6BE9940-185C-42C4-9DF9-B397255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20/27</a:t>
            </a:r>
          </a:p>
        </p:txBody>
      </p:sp>
      <p:sp>
        <p:nvSpPr>
          <p:cNvPr id="7" name="Ánh xạ mô hình">
            <a:extLst xmlns:a="http://schemas.openxmlformats.org/drawingml/2006/main">
              <a:ext uri="{FF2B5EF4-FFF2-40B4-BE49-F238E27FC236}">
                <a16:creationId xmlns:a16="http://schemas.microsoft.com/office/drawing/2014/main" id="{B9BC785A-E3FD-44B3-BF25-56BC3F92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Ánh xạ mô hình</a:t>
            </a:r>
          </a:p>
        </p:txBody>
      </p:sp>
      <p:sp>
        <p:nvSpPr>
          <p:cNvPr id="8" name="Lớp nghiệp vụ tương ứng bảng/record&#10;Thuộc tính tươ">
            <a:extLst xmlns:a="http://schemas.openxmlformats.org/drawingml/2006/main">
              <a:ext uri="{FF2B5EF4-FFF2-40B4-BE49-F238E27FC236}">
                <a16:creationId xmlns:a16="http://schemas.microsoft.com/office/drawing/2014/main" id="{4AD82DDE-E00D-45F0-A796-2D96815B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Lớp nghiệp vụ tương ứng bảng/record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Thuộc tính tương ứng field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Mỗi đối tượng có record ID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Quan hệ nhiều–nhiều dùng graph relation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Dữ liệu lồng nhau dùng object/array</a:t>
            </a:r>
          </a:p>
        </p:txBody>
      </p:sp>
      <p:sp>
        <p:nvSpPr>
          <p:cNvPr id="9" name="Áp dụng với SurrealDB">
            <a:extLst xmlns:a="http://schemas.openxmlformats.org/drawingml/2006/main">
              <a:ext uri="{FF2B5EF4-FFF2-40B4-BE49-F238E27FC236}">
                <a16:creationId xmlns:a16="http://schemas.microsoft.com/office/drawing/2014/main" id="{C8A250CF-258B-4125-97B4-E0476746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Áp dụng với SurrealDB</a:t>
            </a:r>
          </a:p>
        </p:txBody>
      </p:sp>
      <p:sp>
        <p:nvSpPr>
          <p:cNvPr id="10" name="reference: source liên kết notebook&#10;artifact: note">
            <a:extLst xmlns:a="http://schemas.openxmlformats.org/drawingml/2006/main">
              <a:ext uri="{FF2B5EF4-FFF2-40B4-BE49-F238E27FC236}">
                <a16:creationId xmlns:a16="http://schemas.microsoft.com/office/drawing/2014/main" id="{573CB148-22B4-4385-9240-42BFA299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reference: source liên kết notebook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artifact: note liên kết notebook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refers_to: chat_session liên kết ngữ cảnh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Vector và toàn văn phục vụ truy xuất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Storyboard lưu lồng trong video_episode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e29b802b714afb">
              <a:extLst>
                <a:ext uri="{96DAC541-7B7A-43D3-8B79-37D633B846F1}">
                  <asvg:svgBlip xmlns:asvg="http://schemas.microsoft.com/office/drawing/2016/SVG/main" r:embed="R13477e4dbfcc47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e29b802b714afb">
              <a:extLst>
                <a:ext uri="{96DAC541-7B7A-43D3-8B79-37D633B846F1}">
                  <asvg:svgBlip xmlns:asvg="http://schemas.microsoft.com/office/drawing/2016/SVG/main" r:embed="R13477e4dbfcc47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Mô hình dữ liệu tổng thể">
            <a:extLst xmlns:a="http://schemas.openxmlformats.org/drawingml/2006/main">
              <a:ext uri="{FF2B5EF4-FFF2-40B4-BE49-F238E27FC236}">
                <a16:creationId xmlns:a16="http://schemas.microsoft.com/office/drawing/2014/main" id="{1CCBAD39-A6FE-4128-98A8-5588803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Mô hình dữ liệu tổng thể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4931914F-9D7D-4834-B7F0-A920650B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21/27">
            <a:extLst xmlns:a="http://schemas.openxmlformats.org/drawingml/2006/main">
              <a:ext uri="{FF2B5EF4-FFF2-40B4-BE49-F238E27FC236}">
                <a16:creationId xmlns:a16="http://schemas.microsoft.com/office/drawing/2014/main" id="{FC852999-07C5-4275-BDB8-E594F286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21/27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f21f3a48449af"/>
          <a:stretch xmlns:a="http://schemas.openxmlformats.org/drawingml/2006/main"/>
        </p:blipFill>
        <p:spPr>
          <a:xfrm xmlns:a="http://schemas.openxmlformats.org/drawingml/2006/main">
            <a:off x="4135511" y="2333625"/>
            <a:ext cx="10016977" cy="6572250"/>
          </a:xfrm>
          <a:prstGeom xmlns:a="http://schemas.openxmlformats.org/drawingml/2006/main" prst="rect">
            <a:avLst/>
          </a:prstGeom>
        </p:spPr>
      </p:pic>
      <p:sp>
        <p:nvSpPr>
          <p:cNvPr id="8" name="VIDEO_SCENE là cấu trúc logic trong storyboard, kh">
            <a:extLst xmlns:a="http://schemas.openxmlformats.org/drawingml/2006/main">
              <a:ext uri="{FF2B5EF4-FFF2-40B4-BE49-F238E27FC236}">
                <a16:creationId xmlns:a16="http://schemas.microsoft.com/office/drawing/2014/main" id="{815A3827-8069-45A0-8407-6AC712B7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10650"/>
            <a:ext cx="1524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VIDEO_SCENE là cấu trúc logic trong storyboard, không phải bảng riêng.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557a41d36c42a1">
              <a:extLst>
                <a:ext uri="{96DAC541-7B7A-43D3-8B79-37D633B846F1}">
                  <asvg:svgBlip xmlns:asvg="http://schemas.microsoft.com/office/drawing/2016/SVG/main" r:embed="R8dcf3237c9ef47d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557a41d36c42a1">
              <a:extLst>
                <a:ext uri="{96DAC541-7B7A-43D3-8B79-37D633B846F1}">
                  <asvg:svgBlip xmlns:asvg="http://schemas.microsoft.com/office/drawing/2016/SVG/main" r:embed="R8dcf3237c9ef47d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Lưu trữ vật lý và toàn vẹn dữ liệu">
            <a:extLst xmlns:a="http://schemas.openxmlformats.org/drawingml/2006/main">
              <a:ext uri="{FF2B5EF4-FFF2-40B4-BE49-F238E27FC236}">
                <a16:creationId xmlns:a16="http://schemas.microsoft.com/office/drawing/2014/main" id="{57327276-4C7A-4750-A66A-E1A3A709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Lưu trữ vật lý và toàn vẹn dữ liệu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65B5083D-E36B-484D-A050-6BD9A11B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22/27">
            <a:extLst xmlns:a="http://schemas.openxmlformats.org/drawingml/2006/main">
              <a:ext uri="{FF2B5EF4-FFF2-40B4-BE49-F238E27FC236}">
                <a16:creationId xmlns:a16="http://schemas.microsoft.com/office/drawing/2014/main" id="{624A2428-B8B7-4D23-8976-C2F0779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22/27</a:t>
            </a:r>
          </a:p>
        </p:txBody>
      </p:sp>
      <p:sp>
        <p:nvSpPr>
          <p:cNvPr id="7" name="SurrealDB">
            <a:extLst xmlns:a="http://schemas.openxmlformats.org/drawingml/2006/main">
              <a:ext uri="{FF2B5EF4-FFF2-40B4-BE49-F238E27FC236}">
                <a16:creationId xmlns:a16="http://schemas.microsoft.com/office/drawing/2014/main" id="{9563FFF3-C5E3-41A9-A6B2-7CE62A1A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SurrealDB</a:t>
            </a:r>
          </a:p>
        </p:txBody>
      </p:sp>
      <p:sp>
        <p:nvSpPr>
          <p:cNvPr id="8" name="Nguồn, chunk, insight, notebook, note, chat&#10;Model,">
            <a:extLst xmlns:a="http://schemas.openxmlformats.org/drawingml/2006/main">
              <a:ext uri="{FF2B5EF4-FFF2-40B4-BE49-F238E27FC236}">
                <a16:creationId xmlns:a16="http://schemas.microsoft.com/office/drawing/2014/main" id="{1AFC1905-5790-4112-88F1-C64CFD72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Nguồn, chunk, insight, notebook, note, chat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Model, credential và transformation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Profile, episode, video_episode, command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Chỉ mục toàn văn, vector và notebook_id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Xóa source kéo theo embedding và insight</a:t>
            </a:r>
          </a:p>
        </p:txBody>
      </p:sp>
      <p:sp>
        <p:nvSpPr>
          <p:cNvPr id="9" name="Hệ thống tệp">
            <a:extLst xmlns:a="http://schemas.openxmlformats.org/drawingml/2006/main">
              <a:ext uri="{FF2B5EF4-FFF2-40B4-BE49-F238E27FC236}">
                <a16:creationId xmlns:a16="http://schemas.microsoft.com/office/drawing/2014/main" id="{0036753B-0086-4F8B-8BC1-5307EA63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Hệ thống tệp</a:t>
            </a:r>
          </a:p>
        </p:txBody>
      </p:sp>
      <p:sp>
        <p:nvSpPr>
          <p:cNvPr id="10" name="Tệp nguồn gốc và tệp upload&#10;Audio podcast, video v">
            <a:extLst xmlns:a="http://schemas.openxmlformats.org/drawingml/2006/main">
              <a:ext uri="{FF2B5EF4-FFF2-40B4-BE49-F238E27FC236}">
                <a16:creationId xmlns:a16="http://schemas.microsoft.com/office/drawing/2014/main" id="{F2CAD0C2-E7D3-41AB-B7D4-82B59D6D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Tệp nguồn gốc và tệp upload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Audio podcast, video và ảnh trung gian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DB lưu đường dẫn cùng metadata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Sao lưu cần bao gồm DB và thư mục dữ liệu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Credential cần khóa mã hóa của hệ thống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1481e60d3134993">
              <a:extLst>
                <a:ext uri="{96DAC541-7B7A-43D3-8B79-37D633B846F1}">
                  <asvg:svgBlip xmlns:asvg="http://schemas.microsoft.com/office/drawing/2016/SVG/main" r:embed="Rfabd1f5b9572492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1481e60d3134993">
              <a:extLst>
                <a:ext uri="{96DAC541-7B7A-43D3-8B79-37D633B846F1}">
                  <asvg:svgBlip xmlns:asvg="http://schemas.microsoft.com/office/drawing/2016/SVG/main" r:embed="Rfabd1f5b9572492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Kiến trúc ứng dụng">
            <a:extLst xmlns:a="http://schemas.openxmlformats.org/drawingml/2006/main">
              <a:ext uri="{FF2B5EF4-FFF2-40B4-BE49-F238E27FC236}">
                <a16:creationId xmlns:a16="http://schemas.microsoft.com/office/drawing/2014/main" id="{C4B80532-EF93-4E5A-B010-ED17ED4D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Kiến trúc ứng dụng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2C238D42-8E08-4779-8778-C2CD43B4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23/27">
            <a:extLst xmlns:a="http://schemas.openxmlformats.org/drawingml/2006/main">
              <a:ext uri="{FF2B5EF4-FFF2-40B4-BE49-F238E27FC236}">
                <a16:creationId xmlns:a16="http://schemas.microsoft.com/office/drawing/2014/main" id="{F98634FC-2BF4-4D6F-B146-903763B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23/27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c9839f21943fd"/>
          <a:stretch xmlns:a="http://schemas.openxmlformats.org/drawingml/2006/main"/>
        </p:blipFill>
        <p:spPr>
          <a:xfrm xmlns:a="http://schemas.openxmlformats.org/drawingml/2006/main">
            <a:off x="3731957" y="2333625"/>
            <a:ext cx="10824086" cy="657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d5306cab7847ba">
              <a:extLst>
                <a:ext uri="{96DAC541-7B7A-43D3-8B79-37D633B846F1}">
                  <asvg:svgBlip xmlns:asvg="http://schemas.microsoft.com/office/drawing/2016/SVG/main" r:embed="R70c9ff135bdc420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dd5306cab7847ba">
              <a:extLst>
                <a:ext uri="{96DAC541-7B7A-43D3-8B79-37D633B846F1}">
                  <asvg:svgBlip xmlns:asvg="http://schemas.microsoft.com/office/drawing/2016/SVG/main" r:embed="R70c9ff135bdc420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riển khai và tác vụ nền">
            <a:extLst xmlns:a="http://schemas.openxmlformats.org/drawingml/2006/main">
              <a:ext uri="{FF2B5EF4-FFF2-40B4-BE49-F238E27FC236}">
                <a16:creationId xmlns:a16="http://schemas.microsoft.com/office/drawing/2014/main" id="{BFCC4C34-3B9C-4DEA-9033-4A04B9B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Triển khai và tác vụ nền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53397A53-9539-4E62-AF07-DED56E2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24/27">
            <a:extLst xmlns:a="http://schemas.openxmlformats.org/drawingml/2006/main">
              <a:ext uri="{FF2B5EF4-FFF2-40B4-BE49-F238E27FC236}">
                <a16:creationId xmlns:a16="http://schemas.microsoft.com/office/drawing/2014/main" id="{64E7ED62-3911-4264-8A8C-D86BB48C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24/27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0b908f1e04720"/>
          <a:stretch xmlns:a="http://schemas.openxmlformats.org/drawingml/2006/main"/>
        </p:blipFill>
        <p:spPr>
          <a:xfrm xmlns:a="http://schemas.openxmlformats.org/drawingml/2006/main">
            <a:off x="3345959" y="2333625"/>
            <a:ext cx="11596082" cy="6572250"/>
          </a:xfrm>
          <a:prstGeom xmlns:a="http://schemas.openxmlformats.org/drawingml/2006/main" prst="rect">
            <a:avLst/>
          </a:prstGeom>
        </p:spPr>
      </p:pic>
      <p:sp>
        <p:nvSpPr>
          <p:cNvPr id="8" name="Thứ tự khởi động: SurrealDB, API, worker, frontend">
            <a:extLst xmlns:a="http://schemas.openxmlformats.org/drawingml/2006/main">
              <a:ext uri="{FF2B5EF4-FFF2-40B4-BE49-F238E27FC236}">
                <a16:creationId xmlns:a16="http://schemas.microsoft.com/office/drawing/2014/main" id="{D72A29D2-A42B-44FB-A20C-6DD6A887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972550"/>
            <a:ext cx="1619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Thứ tự khởi động: SurrealDB, API, worker, frontend. Worker bắt buộc cho xử lý nguồn và media.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3f2712ead24d6b">
              <a:extLst>
                <a:ext uri="{96DAC541-7B7A-43D3-8B79-37D633B846F1}">
                  <asvg:svgBlip xmlns:asvg="http://schemas.microsoft.com/office/drawing/2016/SVG/main" r:embed="R5eae7db00ec74ac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3f2712ead24d6b">
              <a:extLst>
                <a:ext uri="{96DAC541-7B7A-43D3-8B79-37D633B846F1}">
                  <asvg:svgBlip xmlns:asvg="http://schemas.microsoft.com/office/drawing/2016/SVG/main" r:embed="R5eae7db00ec74ac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hiết kế giao diện theo nghiệp vụ">
            <a:extLst xmlns:a="http://schemas.openxmlformats.org/drawingml/2006/main">
              <a:ext uri="{FF2B5EF4-FFF2-40B4-BE49-F238E27FC236}">
                <a16:creationId xmlns:a16="http://schemas.microsoft.com/office/drawing/2014/main" id="{97E7A58A-D3B6-489A-B88E-D5B73F4A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Thiết kế giao diện theo nghiệp vụ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35C8F83D-D25D-4A85-8FF7-C78AA3E2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25/27">
            <a:extLst xmlns:a="http://schemas.openxmlformats.org/drawingml/2006/main">
              <a:ext uri="{FF2B5EF4-FFF2-40B4-BE49-F238E27FC236}">
                <a16:creationId xmlns:a16="http://schemas.microsoft.com/office/drawing/2014/main" id="{80DB319B-1A13-4225-94B9-FD5065B6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25/27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6052f2a04455b"/>
          <a:stretch xmlns:a="http://schemas.openxmlformats.org/drawingml/2006/main"/>
        </p:blipFill>
        <p:spPr>
          <a:xfrm xmlns:a="http://schemas.openxmlformats.org/drawingml/2006/main">
            <a:off x="762000" y="2571750"/>
            <a:ext cx="10668000" cy="6000750"/>
          </a:xfrm>
          <a:prstGeom xmlns:a="http://schemas.openxmlformats.org/drawingml/2006/main" prst="rect">
            <a:avLst/>
          </a:prstGeom>
        </p:spPr>
      </p:pic>
      <p:sp>
        <p:nvSpPr>
          <p:cNvPr id="8" name="Notebook là điểm vào theo chủ đề nghiên cứu.&#10;&#10;Điều">
            <a:extLst xmlns:a="http://schemas.openxmlformats.org/drawingml/2006/main">
              <a:ext uri="{FF2B5EF4-FFF2-40B4-BE49-F238E27FC236}">
                <a16:creationId xmlns:a16="http://schemas.microsoft.com/office/drawing/2014/main" id="{C0D70C4F-3E74-4718-8BCA-53810926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5143500" cy="571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 là điểm vào theo chủ đề nghiên cứu.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Điều hướng giữ các khu vực nguồn, tìm kiếm, podcast, video và cấu hình dễ nhận biết.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Phản hồi trạng thái giúp người dùng biết tác vụ còn đang xử lý.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9ad961ed9c4dfe">
              <a:extLst>
                <a:ext uri="{96DAC541-7B7A-43D3-8B79-37D633B846F1}">
                  <asvg:svgBlip xmlns:asvg="http://schemas.microsoft.com/office/drawing/2016/SVG/main" r:embed="R16938c39453549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9ad961ed9c4dfe">
              <a:extLst>
                <a:ext uri="{96DAC541-7B7A-43D3-8B79-37D633B846F1}">
                  <asvg:svgBlip xmlns:asvg="http://schemas.microsoft.com/office/drawing/2016/SVG/main" r:embed="R16938c39453549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Không gian làm việc và hỏi đáp">
            <a:extLst xmlns:a="http://schemas.openxmlformats.org/drawingml/2006/main">
              <a:ext uri="{FF2B5EF4-FFF2-40B4-BE49-F238E27FC236}">
                <a16:creationId xmlns:a16="http://schemas.microsoft.com/office/drawing/2014/main" id="{BB3D5C0A-BAE0-4CA1-ADA0-531E2E1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Không gian làm việc và hỏi đáp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6DBBA010-0C89-4E89-9DFB-06FAE6B0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26/27">
            <a:extLst xmlns:a="http://schemas.openxmlformats.org/drawingml/2006/main">
              <a:ext uri="{FF2B5EF4-FFF2-40B4-BE49-F238E27FC236}">
                <a16:creationId xmlns:a16="http://schemas.microsoft.com/office/drawing/2014/main" id="{5A280342-FECF-4A15-8A84-70411E6D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26/27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e5410b60d4793"/>
          <a:stretch xmlns:a="http://schemas.openxmlformats.org/drawingml/2006/main"/>
        </p:blipFill>
        <p:spPr>
          <a:xfrm xmlns:a="http://schemas.openxmlformats.org/drawingml/2006/main">
            <a:off x="762000" y="2464594"/>
            <a:ext cx="8001000" cy="4500563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c6ced9f7f4739"/>
          <a:stretch xmlns:a="http://schemas.openxmlformats.org/drawingml/2006/main"/>
        </p:blipFill>
        <p:spPr>
          <a:xfrm xmlns:a="http://schemas.openxmlformats.org/drawingml/2006/main">
            <a:off x="9334500" y="2464594"/>
            <a:ext cx="8001000" cy="4500563"/>
          </a:xfrm>
          <a:prstGeom xmlns:a="http://schemas.openxmlformats.org/drawingml/2006/main" prst="rect">
            <a:avLst/>
          </a:prstGeom>
        </p:spPr>
      </p:pic>
      <p:sp>
        <p:nvSpPr>
          <p:cNvPr id="9" name="Workspace: nguồn và ghi chú đi cùng ngữ cảnh nghiê">
            <a:extLst xmlns:a="http://schemas.openxmlformats.org/drawingml/2006/main">
              <a:ext uri="{FF2B5EF4-FFF2-40B4-BE49-F238E27FC236}">
                <a16:creationId xmlns:a16="http://schemas.microsoft.com/office/drawing/2014/main" id="{93F00D56-57E5-4AE4-9741-8B4C676C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Workspace: nguồn và ghi chú đi cùng ngữ cảnh nghiên cứu.</a:t>
            </a:r>
          </a:p>
        </p:txBody>
      </p:sp>
      <p:sp>
        <p:nvSpPr>
          <p:cNvPr id="10" name="Ask/Search: câu hỏi, kết quả và bằng chứng trong m">
            <a:extLst xmlns:a="http://schemas.openxmlformats.org/drawingml/2006/main">
              <a:ext uri="{FF2B5EF4-FFF2-40B4-BE49-F238E27FC236}">
                <a16:creationId xmlns:a16="http://schemas.microsoft.com/office/drawing/2014/main" id="{EB167B71-C846-44E6-9BDA-DA912103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Ask/Search: câu hỏi, kết quả và bằng chứng trong một luồng đọc.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983AB2-8027-49DB-B8F1-4217BAC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15464568" y="965529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7e0be62fd143c8">
              <a:extLst>
                <a:ext uri="{96DAC541-7B7A-43D3-8B79-37D633B846F1}">
                  <asvg:svgBlip xmlns:asvg="http://schemas.microsoft.com/office/drawing/2016/SVG/main" r:embed="R105c67bc0fac4f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1DB764-6E50-403A-9483-02B01C1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5773" flipH="0" flipV="0">
            <a:off x="-597966" y="-434062"/>
            <a:ext cx="5445992" cy="1307038"/>
          </a:xfrm>
          <a:custGeom xmlns:a="http://schemas.openxmlformats.org/drawingml/2006/main">
            <a:rect l="l" t="t" r="r" b="b"/>
            <a:pathLst>
              <a:path w="5445992" h="1307038">
                <a:moveTo>
                  <a:pt x="0" y="0"/>
                </a:moveTo>
                <a:lnTo>
                  <a:pt x="5445991" y="0"/>
                </a:lnTo>
                <a:lnTo>
                  <a:pt x="5445991" y="1307038"/>
                </a:lnTo>
                <a:lnTo>
                  <a:pt x="0" y="13070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7e0be62fd143c8">
              <a:extLst>
                <a:ext uri="{96DAC541-7B7A-43D3-8B79-37D633B846F1}">
                  <asvg:svgBlip xmlns:asvg="http://schemas.microsoft.com/office/drawing/2016/SVG/main" r:embed="R105c67bc0fac4f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Truy vết yêu cầu và kết luận">
            <a:extLst xmlns:a="http://schemas.openxmlformats.org/drawingml/2006/main">
              <a:ext uri="{FF2B5EF4-FFF2-40B4-BE49-F238E27FC236}">
                <a16:creationId xmlns:a16="http://schemas.microsoft.com/office/drawing/2014/main" id="{786B20B8-9728-43F2-9D2A-4999313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1657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Truy vết yêu cầu và kết luận</a:t>
            </a:r>
          </a:p>
        </p:txBody>
      </p:sp>
      <p:sp>
        <p:nvSpPr>
          <p:cNvPr id="5" name="NotebookE · Phân tích và thiết kế hệ thống">
            <a:extLst xmlns:a="http://schemas.openxmlformats.org/drawingml/2006/main">
              <a:ext uri="{FF2B5EF4-FFF2-40B4-BE49-F238E27FC236}">
                <a16:creationId xmlns:a16="http://schemas.microsoft.com/office/drawing/2014/main" id="{C06B8D52-01F3-41CE-A8CC-9F997FB5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2025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NotebookE · Phân tích và thiết kế hệ thống</a:t>
            </a:r>
          </a:p>
        </p:txBody>
      </p:sp>
      <p:sp>
        <p:nvSpPr>
          <p:cNvPr id="6" name="27/27">
            <a:extLst xmlns:a="http://schemas.openxmlformats.org/drawingml/2006/main">
              <a:ext uri="{FF2B5EF4-FFF2-40B4-BE49-F238E27FC236}">
                <a16:creationId xmlns:a16="http://schemas.microsoft.com/office/drawing/2014/main" id="{24E1D991-CD07-4796-B74F-0807C677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9620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27/27</a:t>
            </a:r>
          </a:p>
        </p:txBody>
      </p:sp>
      <p:sp>
        <p:nvSpPr>
          <p:cNvPr id="7" name="Yêu cầu và mô hình tương ứng">
            <a:extLst xmlns:a="http://schemas.openxmlformats.org/drawingml/2006/main">
              <a:ext uri="{FF2B5EF4-FFF2-40B4-BE49-F238E27FC236}">
                <a16:creationId xmlns:a16="http://schemas.microsoft.com/office/drawing/2014/main" id="{BD74D502-3A18-4084-AA80-51418A58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Yêu cầu và mô hình tương ứng</a:t>
            </a:r>
          </a:p>
        </p:txBody>
      </p:sp>
      <p:sp>
        <p:nvSpPr>
          <p:cNvPr id="8" name="FR02 Xử lý nguồn: DFD 1.1–1.3, activity, Source&#10;FR">
            <a:extLst xmlns:a="http://schemas.openxmlformats.org/drawingml/2006/main">
              <a:ext uri="{FF2B5EF4-FFF2-40B4-BE49-F238E27FC236}">
                <a16:creationId xmlns:a16="http://schemas.microsoft.com/office/drawing/2014/main" id="{C1E77F69-222E-4A95-BE66-B71B8B99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FR02 Xử lý nguồn: DFD 1.1–1.3, activity, Source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FR04 Hỏi đáp: DFD 2.1–2.3, sequence RAG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FR05 Ghi chú: Note, artifact, workspace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FR06–07 Media: DFD 3.1–3.3, episode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FR08 Cấu hình: Model, Credential, Settings</a:t>
            </a:r>
          </a:p>
        </p:txBody>
      </p:sp>
      <p:sp>
        <p:nvSpPr>
          <p:cNvPr id="9" name="Điểm cần hoàn thiện và kiểm chứng">
            <a:extLst xmlns:a="http://schemas.openxmlformats.org/drawingml/2006/main">
              <a:ext uri="{FF2B5EF4-FFF2-40B4-BE49-F238E27FC236}">
                <a16:creationId xmlns:a16="http://schemas.microsoft.com/office/drawing/2014/main" id="{32AF6191-BB15-46C4-AD08-8C9D7AD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Điểm cần hoàn thiện và kiểm chứng</a:t>
            </a:r>
          </a:p>
        </p:txBody>
      </p:sp>
      <p:sp>
        <p:nvSpPr>
          <p:cNvPr id="10" name="Đo thời gian xử lý theo loại và kích thước nguồn&#10;K">
            <a:extLst xmlns:a="http://schemas.openxmlformats.org/drawingml/2006/main">
              <a:ext uri="{FF2B5EF4-FFF2-40B4-BE49-F238E27FC236}">
                <a16:creationId xmlns:a16="http://schemas.microsoft.com/office/drawing/2014/main" id="{F060C9A1-EAF3-4832-AC20-4FCE5917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7620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Đo thời gian xử lý theo loại và kích thước nguồn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Kiểm chứng độ chính xác của dẫn nguồn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Kiểm tra lỗi, thử lại và phục hồi worker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Kiểm tra sao lưu DB cùng media</a:t>
            </a:r>
          </a:p>
          <a:p xmlns:a="http://schemas.openxmlformats.org/drawingml/2006/main">
            <a:pPr>
              <a:def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Khảo sát người dùng để xác nhận tiêu chí UI</a:t>
            </a:r>
          </a:p>
        </p:txBody>
      </p:sp>
    </p:spTree>
    <p:extLst>
      <p:ext uri="{BB962C8B-B14F-4D97-AF65-F5344CB8AC3E}">
        <p14:creationId xmlns:p14="http://schemas.microsoft.com/office/powerpoint/2010/main" val="32008674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2026-09-30T16:06:08.1890000Z</dcterms:created>
  <dcterms:modified xsi:type="dcterms:W3CDTF">2026-09-30T16:06:08.1890000Z</dcterms:modified>
</coreProperties>
</file>